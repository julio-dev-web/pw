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7" r:id="rId11"/>
    <p:sldId id="258" r:id="rId12"/>
    <p:sldId id="259" r:id="rId13"/>
    <p:sldId id="260" r:id="rId14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43412A53-ED61-4B18-BD0A-E51026BE4492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67308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DDF1A737-07D7-4E6C-801A-4C8210AC87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EB95A3B-C3F3-484D-ACB7-9875475BDA0D}" type="slidenum">
              <a:t>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1C93B2C-F9E9-4470-99F3-6466051FD9EE}" type="slidenum">
              <a:t>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821B474-8573-4AA6-9A05-DF2EBB7FDE01}" type="slidenum">
              <a:t>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6120972-93F6-4879-9F8F-AA76402CFA2B}" type="slidenum">
              <a:t>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E3F6296-36B8-429E-992C-9A558FE7924F}" type="slidenum">
              <a:t>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5C5EFD-16E0-4651-B798-D8366FF65A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80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123084-E9AA-4DB9-A377-FE60D9DDA7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77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9F65F5-CF9F-4816-9508-F06412357AB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13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9BF5659-1E29-4BC3-842B-9FB92113131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83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41C793-1B89-48DB-8F09-884CB467E79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9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0EB51D-C2BA-4B1B-8FB3-3E181B9058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2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8E0DA7-F96B-4CC3-AE6C-ECC74BAAEF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9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456328B-9876-44B1-BCB1-37354366A1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97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F711B5-905B-408D-95FB-835584BD94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08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FA250E-2B7E-45FA-807E-BDD7FE8FA9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95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438AC05-00E9-43DB-B3BA-ED0F8306DB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25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1774A5F-6AF9-4087-A48E-0AADF81EAF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0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82747AA-F2E1-4FBC-8637-EC0402DD36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16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4EC7402-08CA-4658-A675-42753C7DB2C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3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A9535FD-306E-4A00-8EB2-392C6ACCA3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95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4F0C24-B7A5-434D-92B5-AF409EA2E2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17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039A9AB-78CE-40FC-A9E5-9E786A9EF0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39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D4F39BE-F7CC-4E23-81B5-A0FC22DDF0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93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CB7995-1193-480A-A2F6-41D44CF933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40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D3BC202-FC03-428D-9365-5A3D7408CC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24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E894C2-6B22-4E62-9DA3-A053540608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07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305D282-2F27-464D-B67D-17E51067B8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08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1C3700-CB1B-4053-BC64-BF4C321A8B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43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BBAEE3B-EE87-4B8A-8976-2456225AA3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04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83C50F-E420-4E63-995C-1490E8F0A4A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06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A91774-151F-43AA-9746-D3E09ACF80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77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ADA5BB-5272-4034-9D8C-FF1CB9C087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45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ECB24C5-812B-4BC1-8508-96E4ECAEB4A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69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885200E-FE41-4073-A864-FDA89A7D67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13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209A35-C703-4E3F-B192-FB8EA135659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80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614596-50C3-4D1F-BE78-2567013D646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03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0E74271-5FA3-4773-A85F-37905E4CE2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76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2B0687C-D110-4ADD-B186-C5A17EB134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33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1D2807-DF92-479C-BBCD-099A6DFA56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71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6CAFC9-C657-49C7-9AC7-3A1209C657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62D6A3F-8BB7-4D42-9195-E2FBCC02FC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3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D734B0-799F-4B66-BF3C-EEB53A618F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01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C12A4C-8967-4133-932D-5204BC278D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7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AB38F6-3E42-43CC-BB9C-6175E6A744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98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BE0772-495C-4852-B1BD-1028B87021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95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57FEBB-89E9-4D8A-A94F-E71DBDA387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33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146FF8-DEED-49B4-91EF-CDB7C125EA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6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CB40C2-EA0C-4BA4-9788-7083B94E50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27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6138D48-DFC4-49A1-BC9D-DA0900A453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62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84DC976-0E45-49EE-8CE0-B4F8D71FD0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75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77FF1B7-10DC-4005-A5CD-3C66CE73C61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24EFF8C-6EC8-4B9C-A838-2A2EDD5941C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567824F-03C7-49E8-AA57-8F204E35C6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63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10D377-2744-4D11-8F6A-8ECA01E687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69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AD21185-DE63-42A3-932E-B475F61E96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44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A098ED-8730-4DF8-BE3B-A6D1DA480B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92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113569-81AC-40BB-8BAE-52918CA6F7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53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0F74633-54BD-4E7B-8FFF-0C62810D586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78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728FA6-4B4F-4136-B1CE-F1257F10A4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0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93EB4AF-F8CF-4E75-BD4E-01EDB7121E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16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4E85C9F-4636-4905-B71D-8B012CF1DB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15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19133B-107F-4D0F-B7D2-36D939104E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26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F5F4F3F-3B3C-4DBF-9394-DC43057643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34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FA14B91-253F-41DB-8196-2BC32E5809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64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70ADEEA-8866-49E3-829C-22D7C69E690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5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0D98B0-DB07-41BF-82E2-A625760B372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36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A2F6B9-A0A8-4C40-8BC1-CAD10A41C6B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26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E560A2-D9BE-4C9E-BFE3-BBF4CE3540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7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0161F7-2C1C-41EB-9989-B10D1A0C0D0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51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29335AF-7E91-4CF7-8AD0-862506259D0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19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B098CC1-556D-4126-B95C-6BF45CA8A8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98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4FC6B81-2776-4D7A-B632-9B6E2B4B7BA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86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C654AB-7628-487C-9A9C-33465620C3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73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3139222-BA1C-4A32-AB96-AFC2559746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57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80E159-892B-43ED-B5F6-A63F5F6A424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0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CEE76F3-9E75-4F60-9B7C-A8C570FC335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96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6DD38AD-7A7E-4802-8E53-B045131DD5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35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7B1F511-F244-4D5F-9F0D-6A710AC11C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61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35D8681-5B8F-4DC1-97C8-076B86CE45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32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23A112B-4FED-4356-9FA6-8D3BCD32EE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17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7A76760-95D5-4825-9D72-FD9CB2ADB4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31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137079A-2BCF-45B1-A898-9F6A801C1E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21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FD3030-4CC3-4206-A10B-E85706422E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12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9A4E50-6D4F-4852-B087-BAFFF08558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73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A475F6-FBA4-4B55-A6A7-4A91CD0823F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29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1EDAC4-3294-4599-9A61-77FCBB41F6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96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4193FBF-5314-43C6-9F91-28210021A7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66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FA6151D-ED90-4844-A2C7-6AD51E14A0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98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200C4DB-ABE7-4E37-B39D-65B00F07741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26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CD9CF4-D515-42DF-A2A7-463198035E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20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C24F3C-8BD8-4FBC-8EEA-BBE0FE87F9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08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7C9942C-C3E1-42CB-B8B7-A8B0FB81DA0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95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9E967E-4696-4EF5-BBAE-7E9751F297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55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A7715A-580F-4258-95A3-FEE20BA1A0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37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F995BC7-9526-49DF-9FCF-F9040DFBD8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55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2C1AC83-05E7-4399-B2DC-A3EA741FFF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68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200" y="1327150"/>
            <a:ext cx="2641600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4200" y="1327150"/>
            <a:ext cx="2641600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8DD1FF9-E645-402B-87BF-26ACC0D5F9D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11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776F55F-09AB-4AAF-B991-80E86EE6D8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22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91C80C-B771-4CE6-AACB-056EF9F328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17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96FAB45-95B3-4C91-86D6-46C1B9B330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53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DDBB598-6EDD-40B2-A547-BF3ECA29AF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6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FF4F6A2-63AA-430A-9C33-BE1A19B1114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27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71D4EE-6448-4550-8D8D-8D23E95647C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32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9BDB79F-F6A7-463E-B7E9-5F840C723BE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05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C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602105D7-00B0-499B-B2CE-1284C02ADB17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668239" y="2219039"/>
            <a:ext cx="1556639" cy="1874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25" h="5207">
                <a:moveTo>
                  <a:pt x="2162" y="0"/>
                </a:moveTo>
                <a:lnTo>
                  <a:pt x="2162" y="0"/>
                </a:lnTo>
                <a:lnTo>
                  <a:pt x="2162" y="0"/>
                </a:lnTo>
                <a:lnTo>
                  <a:pt x="2015" y="4"/>
                </a:lnTo>
                <a:lnTo>
                  <a:pt x="1874" y="17"/>
                </a:lnTo>
                <a:lnTo>
                  <a:pt x="1736" y="39"/>
                </a:lnTo>
                <a:lnTo>
                  <a:pt x="1602" y="70"/>
                </a:lnTo>
                <a:lnTo>
                  <a:pt x="1470" y="111"/>
                </a:lnTo>
                <a:lnTo>
                  <a:pt x="1339" y="161"/>
                </a:lnTo>
                <a:lnTo>
                  <a:pt x="1210" y="220"/>
                </a:lnTo>
                <a:lnTo>
                  <a:pt x="1081" y="290"/>
                </a:lnTo>
                <a:lnTo>
                  <a:pt x="956" y="367"/>
                </a:lnTo>
                <a:lnTo>
                  <a:pt x="840" y="449"/>
                </a:lnTo>
                <a:lnTo>
                  <a:pt x="731" y="537"/>
                </a:lnTo>
                <a:lnTo>
                  <a:pt x="630" y="631"/>
                </a:lnTo>
                <a:lnTo>
                  <a:pt x="536" y="732"/>
                </a:lnTo>
                <a:lnTo>
                  <a:pt x="448" y="840"/>
                </a:lnTo>
                <a:lnTo>
                  <a:pt x="366" y="956"/>
                </a:lnTo>
                <a:lnTo>
                  <a:pt x="289" y="1081"/>
                </a:lnTo>
                <a:lnTo>
                  <a:pt x="219" y="1210"/>
                </a:lnTo>
                <a:lnTo>
                  <a:pt x="160" y="1339"/>
                </a:lnTo>
                <a:lnTo>
                  <a:pt x="110" y="1470"/>
                </a:lnTo>
                <a:lnTo>
                  <a:pt x="70" y="1602"/>
                </a:lnTo>
                <a:lnTo>
                  <a:pt x="39" y="1736"/>
                </a:lnTo>
                <a:lnTo>
                  <a:pt x="17" y="1874"/>
                </a:lnTo>
                <a:lnTo>
                  <a:pt x="4" y="2015"/>
                </a:lnTo>
                <a:lnTo>
                  <a:pt x="0" y="2162"/>
                </a:lnTo>
                <a:lnTo>
                  <a:pt x="0" y="2162"/>
                </a:lnTo>
                <a:lnTo>
                  <a:pt x="0" y="2162"/>
                </a:lnTo>
                <a:lnTo>
                  <a:pt x="4" y="2308"/>
                </a:lnTo>
                <a:lnTo>
                  <a:pt x="17" y="2450"/>
                </a:lnTo>
                <a:lnTo>
                  <a:pt x="39" y="2587"/>
                </a:lnTo>
                <a:lnTo>
                  <a:pt x="70" y="2721"/>
                </a:lnTo>
                <a:lnTo>
                  <a:pt x="110" y="2853"/>
                </a:lnTo>
                <a:lnTo>
                  <a:pt x="160" y="2983"/>
                </a:lnTo>
                <a:lnTo>
                  <a:pt x="220" y="3112"/>
                </a:lnTo>
                <a:lnTo>
                  <a:pt x="289" y="3241"/>
                </a:lnTo>
                <a:lnTo>
                  <a:pt x="366" y="3366"/>
                </a:lnTo>
                <a:lnTo>
                  <a:pt x="448" y="3482"/>
                </a:lnTo>
                <a:lnTo>
                  <a:pt x="536" y="3590"/>
                </a:lnTo>
                <a:lnTo>
                  <a:pt x="630" y="3691"/>
                </a:lnTo>
                <a:lnTo>
                  <a:pt x="731" y="3785"/>
                </a:lnTo>
                <a:lnTo>
                  <a:pt x="840" y="3873"/>
                </a:lnTo>
                <a:lnTo>
                  <a:pt x="956" y="3955"/>
                </a:lnTo>
                <a:lnTo>
                  <a:pt x="1081" y="4032"/>
                </a:lnTo>
                <a:lnTo>
                  <a:pt x="1171" y="4081"/>
                </a:lnTo>
                <a:lnTo>
                  <a:pt x="1260" y="4125"/>
                </a:lnTo>
                <a:lnTo>
                  <a:pt x="1351" y="4164"/>
                </a:lnTo>
                <a:lnTo>
                  <a:pt x="1448" y="4201"/>
                </a:lnTo>
                <a:lnTo>
                  <a:pt x="1448" y="4203"/>
                </a:lnTo>
                <a:lnTo>
                  <a:pt x="1448" y="4954"/>
                </a:lnTo>
                <a:lnTo>
                  <a:pt x="1449" y="4980"/>
                </a:lnTo>
                <a:lnTo>
                  <a:pt x="1453" y="5005"/>
                </a:lnTo>
                <a:lnTo>
                  <a:pt x="1459" y="5029"/>
                </a:lnTo>
                <a:lnTo>
                  <a:pt x="1468" y="5052"/>
                </a:lnTo>
                <a:lnTo>
                  <a:pt x="1478" y="5074"/>
                </a:lnTo>
                <a:lnTo>
                  <a:pt x="1491" y="5095"/>
                </a:lnTo>
                <a:lnTo>
                  <a:pt x="1506" y="5115"/>
                </a:lnTo>
                <a:lnTo>
                  <a:pt x="1522" y="5133"/>
                </a:lnTo>
                <a:lnTo>
                  <a:pt x="1540" y="5149"/>
                </a:lnTo>
                <a:lnTo>
                  <a:pt x="1560" y="5164"/>
                </a:lnTo>
                <a:lnTo>
                  <a:pt x="1581" y="5176"/>
                </a:lnTo>
                <a:lnTo>
                  <a:pt x="1603" y="5187"/>
                </a:lnTo>
                <a:lnTo>
                  <a:pt x="1626" y="5195"/>
                </a:lnTo>
                <a:lnTo>
                  <a:pt x="1651" y="5202"/>
                </a:lnTo>
                <a:lnTo>
                  <a:pt x="1676" y="5205"/>
                </a:lnTo>
                <a:lnTo>
                  <a:pt x="1702" y="5207"/>
                </a:lnTo>
                <a:lnTo>
                  <a:pt x="2622" y="5207"/>
                </a:lnTo>
                <a:lnTo>
                  <a:pt x="2648" y="5205"/>
                </a:lnTo>
                <a:lnTo>
                  <a:pt x="2673" y="5202"/>
                </a:lnTo>
                <a:lnTo>
                  <a:pt x="2698" y="5195"/>
                </a:lnTo>
                <a:lnTo>
                  <a:pt x="2721" y="5187"/>
                </a:lnTo>
                <a:lnTo>
                  <a:pt x="2743" y="5176"/>
                </a:lnTo>
                <a:lnTo>
                  <a:pt x="2764" y="5164"/>
                </a:lnTo>
                <a:lnTo>
                  <a:pt x="2784" y="5149"/>
                </a:lnTo>
                <a:lnTo>
                  <a:pt x="2802" y="5133"/>
                </a:lnTo>
                <a:lnTo>
                  <a:pt x="2818" y="5115"/>
                </a:lnTo>
                <a:lnTo>
                  <a:pt x="2833" y="5095"/>
                </a:lnTo>
                <a:lnTo>
                  <a:pt x="2845" y="5074"/>
                </a:lnTo>
                <a:lnTo>
                  <a:pt x="2856" y="5052"/>
                </a:lnTo>
                <a:lnTo>
                  <a:pt x="2865" y="5029"/>
                </a:lnTo>
                <a:lnTo>
                  <a:pt x="2871" y="5005"/>
                </a:lnTo>
                <a:lnTo>
                  <a:pt x="2875" y="4980"/>
                </a:lnTo>
                <a:lnTo>
                  <a:pt x="2876" y="4954"/>
                </a:lnTo>
                <a:lnTo>
                  <a:pt x="2876" y="4203"/>
                </a:lnTo>
                <a:lnTo>
                  <a:pt x="2876" y="4201"/>
                </a:lnTo>
                <a:lnTo>
                  <a:pt x="2876" y="4201"/>
                </a:lnTo>
                <a:lnTo>
                  <a:pt x="2972" y="4165"/>
                </a:lnTo>
                <a:lnTo>
                  <a:pt x="3063" y="4125"/>
                </a:lnTo>
                <a:lnTo>
                  <a:pt x="3152" y="4082"/>
                </a:lnTo>
                <a:lnTo>
                  <a:pt x="3243" y="4032"/>
                </a:lnTo>
                <a:lnTo>
                  <a:pt x="3368" y="3955"/>
                </a:lnTo>
                <a:lnTo>
                  <a:pt x="3484" y="3872"/>
                </a:lnTo>
                <a:lnTo>
                  <a:pt x="3593" y="3785"/>
                </a:lnTo>
                <a:lnTo>
                  <a:pt x="3694" y="3691"/>
                </a:lnTo>
                <a:lnTo>
                  <a:pt x="3788" y="3590"/>
                </a:lnTo>
                <a:lnTo>
                  <a:pt x="3876" y="3482"/>
                </a:lnTo>
                <a:lnTo>
                  <a:pt x="3958" y="3366"/>
                </a:lnTo>
                <a:lnTo>
                  <a:pt x="4035" y="3241"/>
                </a:lnTo>
                <a:lnTo>
                  <a:pt x="4104" y="3112"/>
                </a:lnTo>
                <a:lnTo>
                  <a:pt x="4164" y="2983"/>
                </a:lnTo>
                <a:lnTo>
                  <a:pt x="4213" y="2853"/>
                </a:lnTo>
                <a:lnTo>
                  <a:pt x="4254" y="2721"/>
                </a:lnTo>
                <a:lnTo>
                  <a:pt x="4285" y="2587"/>
                </a:lnTo>
                <a:lnTo>
                  <a:pt x="4307" y="2450"/>
                </a:lnTo>
                <a:lnTo>
                  <a:pt x="4320" y="2308"/>
                </a:lnTo>
                <a:lnTo>
                  <a:pt x="4325" y="2162"/>
                </a:lnTo>
                <a:lnTo>
                  <a:pt x="4325" y="2162"/>
                </a:lnTo>
                <a:lnTo>
                  <a:pt x="4325" y="2162"/>
                </a:lnTo>
                <a:lnTo>
                  <a:pt x="4321" y="2015"/>
                </a:lnTo>
                <a:lnTo>
                  <a:pt x="4308" y="1874"/>
                </a:lnTo>
                <a:lnTo>
                  <a:pt x="4286" y="1736"/>
                </a:lnTo>
                <a:lnTo>
                  <a:pt x="4254" y="1602"/>
                </a:lnTo>
                <a:lnTo>
                  <a:pt x="4214" y="1470"/>
                </a:lnTo>
                <a:lnTo>
                  <a:pt x="4164" y="1339"/>
                </a:lnTo>
                <a:lnTo>
                  <a:pt x="4104" y="1210"/>
                </a:lnTo>
                <a:lnTo>
                  <a:pt x="4035" y="1081"/>
                </a:lnTo>
                <a:lnTo>
                  <a:pt x="3958" y="956"/>
                </a:lnTo>
                <a:lnTo>
                  <a:pt x="3876" y="840"/>
                </a:lnTo>
                <a:lnTo>
                  <a:pt x="3788" y="732"/>
                </a:lnTo>
                <a:lnTo>
                  <a:pt x="3693" y="631"/>
                </a:lnTo>
                <a:lnTo>
                  <a:pt x="3592" y="537"/>
                </a:lnTo>
                <a:lnTo>
                  <a:pt x="3484" y="449"/>
                </a:lnTo>
                <a:lnTo>
                  <a:pt x="3368" y="367"/>
                </a:lnTo>
                <a:lnTo>
                  <a:pt x="3243" y="290"/>
                </a:lnTo>
                <a:lnTo>
                  <a:pt x="3114" y="220"/>
                </a:lnTo>
                <a:lnTo>
                  <a:pt x="2985" y="161"/>
                </a:lnTo>
                <a:lnTo>
                  <a:pt x="2854" y="111"/>
                </a:lnTo>
                <a:lnTo>
                  <a:pt x="2722" y="70"/>
                </a:lnTo>
                <a:lnTo>
                  <a:pt x="2588" y="39"/>
                </a:lnTo>
                <a:lnTo>
                  <a:pt x="2450" y="17"/>
                </a:lnTo>
                <a:lnTo>
                  <a:pt x="2309" y="4"/>
                </a:lnTo>
                <a:close/>
              </a:path>
            </a:pathLst>
          </a:custGeom>
          <a:noFill/>
          <a:ln w="78120" cap="sq">
            <a:solidFill>
              <a:srgbClr val="FFFFFF"/>
            </a:solidFill>
            <a:prstDash val="solid"/>
            <a:miter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081160" y="4093200"/>
            <a:ext cx="73044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30" h="508">
                <a:moveTo>
                  <a:pt x="1015" y="508"/>
                </a:moveTo>
                <a:lnTo>
                  <a:pt x="1776" y="508"/>
                </a:lnTo>
                <a:lnTo>
                  <a:pt x="1802" y="507"/>
                </a:lnTo>
                <a:lnTo>
                  <a:pt x="1827" y="503"/>
                </a:lnTo>
                <a:lnTo>
                  <a:pt x="1852" y="497"/>
                </a:lnTo>
                <a:lnTo>
                  <a:pt x="1875" y="488"/>
                </a:lnTo>
                <a:lnTo>
                  <a:pt x="1897" y="477"/>
                </a:lnTo>
                <a:lnTo>
                  <a:pt x="1918" y="465"/>
                </a:lnTo>
                <a:lnTo>
                  <a:pt x="1938" y="450"/>
                </a:lnTo>
                <a:lnTo>
                  <a:pt x="1956" y="433"/>
                </a:lnTo>
                <a:lnTo>
                  <a:pt x="1972" y="415"/>
                </a:lnTo>
                <a:lnTo>
                  <a:pt x="1987" y="396"/>
                </a:lnTo>
                <a:lnTo>
                  <a:pt x="1999" y="375"/>
                </a:lnTo>
                <a:lnTo>
                  <a:pt x="2010" y="353"/>
                </a:lnTo>
                <a:lnTo>
                  <a:pt x="2019" y="329"/>
                </a:lnTo>
                <a:lnTo>
                  <a:pt x="2025" y="305"/>
                </a:lnTo>
                <a:lnTo>
                  <a:pt x="2029" y="280"/>
                </a:lnTo>
                <a:lnTo>
                  <a:pt x="2030" y="254"/>
                </a:lnTo>
                <a:lnTo>
                  <a:pt x="2029" y="228"/>
                </a:lnTo>
                <a:lnTo>
                  <a:pt x="2025" y="203"/>
                </a:lnTo>
                <a:lnTo>
                  <a:pt x="2019" y="179"/>
                </a:lnTo>
                <a:lnTo>
                  <a:pt x="2010" y="155"/>
                </a:lnTo>
                <a:lnTo>
                  <a:pt x="1999" y="133"/>
                </a:lnTo>
                <a:lnTo>
                  <a:pt x="1987" y="112"/>
                </a:lnTo>
                <a:lnTo>
                  <a:pt x="1972" y="93"/>
                </a:lnTo>
                <a:lnTo>
                  <a:pt x="1956" y="74"/>
                </a:lnTo>
                <a:lnTo>
                  <a:pt x="1938" y="58"/>
                </a:lnTo>
                <a:lnTo>
                  <a:pt x="1918" y="43"/>
                </a:lnTo>
                <a:lnTo>
                  <a:pt x="1897" y="31"/>
                </a:lnTo>
                <a:lnTo>
                  <a:pt x="1875" y="20"/>
                </a:lnTo>
                <a:lnTo>
                  <a:pt x="1852" y="11"/>
                </a:lnTo>
                <a:lnTo>
                  <a:pt x="1827" y="5"/>
                </a:lnTo>
                <a:lnTo>
                  <a:pt x="1802" y="1"/>
                </a:lnTo>
                <a:lnTo>
                  <a:pt x="1776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9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3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3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9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close/>
              </a:path>
            </a:pathLst>
          </a:cu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151720" y="4273560"/>
            <a:ext cx="58932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8" h="508">
                <a:moveTo>
                  <a:pt x="819" y="508"/>
                </a:moveTo>
                <a:lnTo>
                  <a:pt x="1385" y="508"/>
                </a:lnTo>
                <a:lnTo>
                  <a:pt x="1411" y="507"/>
                </a:lnTo>
                <a:lnTo>
                  <a:pt x="1436" y="503"/>
                </a:lnTo>
                <a:lnTo>
                  <a:pt x="1460" y="497"/>
                </a:lnTo>
                <a:lnTo>
                  <a:pt x="1484" y="488"/>
                </a:lnTo>
                <a:lnTo>
                  <a:pt x="1506" y="477"/>
                </a:lnTo>
                <a:lnTo>
                  <a:pt x="1527" y="465"/>
                </a:lnTo>
                <a:lnTo>
                  <a:pt x="1546" y="450"/>
                </a:lnTo>
                <a:lnTo>
                  <a:pt x="1564" y="433"/>
                </a:lnTo>
                <a:lnTo>
                  <a:pt x="1580" y="415"/>
                </a:lnTo>
                <a:lnTo>
                  <a:pt x="1595" y="396"/>
                </a:lnTo>
                <a:lnTo>
                  <a:pt x="1607" y="375"/>
                </a:lnTo>
                <a:lnTo>
                  <a:pt x="1618" y="353"/>
                </a:lnTo>
                <a:lnTo>
                  <a:pt x="1627" y="329"/>
                </a:lnTo>
                <a:lnTo>
                  <a:pt x="1633" y="305"/>
                </a:lnTo>
                <a:lnTo>
                  <a:pt x="1637" y="280"/>
                </a:lnTo>
                <a:lnTo>
                  <a:pt x="1638" y="254"/>
                </a:lnTo>
                <a:lnTo>
                  <a:pt x="1638" y="254"/>
                </a:lnTo>
                <a:lnTo>
                  <a:pt x="1637" y="228"/>
                </a:lnTo>
                <a:lnTo>
                  <a:pt x="1633" y="203"/>
                </a:lnTo>
                <a:lnTo>
                  <a:pt x="1627" y="179"/>
                </a:lnTo>
                <a:lnTo>
                  <a:pt x="1618" y="155"/>
                </a:lnTo>
                <a:lnTo>
                  <a:pt x="1607" y="133"/>
                </a:lnTo>
                <a:lnTo>
                  <a:pt x="1595" y="112"/>
                </a:lnTo>
                <a:lnTo>
                  <a:pt x="1580" y="93"/>
                </a:lnTo>
                <a:lnTo>
                  <a:pt x="1564" y="74"/>
                </a:lnTo>
                <a:lnTo>
                  <a:pt x="1546" y="58"/>
                </a:lnTo>
                <a:lnTo>
                  <a:pt x="1527" y="43"/>
                </a:lnTo>
                <a:lnTo>
                  <a:pt x="1506" y="31"/>
                </a:lnTo>
                <a:lnTo>
                  <a:pt x="1484" y="20"/>
                </a:lnTo>
                <a:lnTo>
                  <a:pt x="1460" y="11"/>
                </a:lnTo>
                <a:lnTo>
                  <a:pt x="1436" y="5"/>
                </a:lnTo>
                <a:lnTo>
                  <a:pt x="1411" y="1"/>
                </a:lnTo>
                <a:lnTo>
                  <a:pt x="1385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9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3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3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9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close/>
              </a:path>
            </a:pathLst>
          </a:cu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094119" y="2736360"/>
            <a:ext cx="712800" cy="1356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81" h="3769">
                <a:moveTo>
                  <a:pt x="719" y="3769"/>
                </a:moveTo>
                <a:lnTo>
                  <a:pt x="735" y="2818"/>
                </a:lnTo>
                <a:lnTo>
                  <a:pt x="744" y="2317"/>
                </a:lnTo>
                <a:lnTo>
                  <a:pt x="754" y="1992"/>
                </a:lnTo>
                <a:lnTo>
                  <a:pt x="761" y="1935"/>
                </a:lnTo>
                <a:lnTo>
                  <a:pt x="775" y="1880"/>
                </a:lnTo>
                <a:lnTo>
                  <a:pt x="795" y="1828"/>
                </a:lnTo>
                <a:lnTo>
                  <a:pt x="821" y="1779"/>
                </a:lnTo>
                <a:lnTo>
                  <a:pt x="852" y="1733"/>
                </a:lnTo>
                <a:lnTo>
                  <a:pt x="888" y="1689"/>
                </a:lnTo>
                <a:lnTo>
                  <a:pt x="973" y="1606"/>
                </a:lnTo>
                <a:lnTo>
                  <a:pt x="1072" y="1529"/>
                </a:lnTo>
                <a:lnTo>
                  <a:pt x="1181" y="1457"/>
                </a:lnTo>
                <a:lnTo>
                  <a:pt x="1413" y="1319"/>
                </a:lnTo>
                <a:lnTo>
                  <a:pt x="1639" y="1176"/>
                </a:lnTo>
                <a:lnTo>
                  <a:pt x="1740" y="1099"/>
                </a:lnTo>
                <a:lnTo>
                  <a:pt x="1829" y="1014"/>
                </a:lnTo>
                <a:lnTo>
                  <a:pt x="1867" y="969"/>
                </a:lnTo>
                <a:lnTo>
                  <a:pt x="1900" y="922"/>
                </a:lnTo>
                <a:lnTo>
                  <a:pt x="1929" y="872"/>
                </a:lnTo>
                <a:lnTo>
                  <a:pt x="1952" y="819"/>
                </a:lnTo>
                <a:lnTo>
                  <a:pt x="1968" y="763"/>
                </a:lnTo>
                <a:lnTo>
                  <a:pt x="1978" y="704"/>
                </a:lnTo>
                <a:lnTo>
                  <a:pt x="1981" y="641"/>
                </a:lnTo>
                <a:lnTo>
                  <a:pt x="1977" y="574"/>
                </a:lnTo>
                <a:lnTo>
                  <a:pt x="1967" y="521"/>
                </a:lnTo>
                <a:lnTo>
                  <a:pt x="1950" y="475"/>
                </a:lnTo>
                <a:lnTo>
                  <a:pt x="1928" y="434"/>
                </a:lnTo>
                <a:lnTo>
                  <a:pt x="1901" y="400"/>
                </a:lnTo>
                <a:lnTo>
                  <a:pt x="1869" y="371"/>
                </a:lnTo>
                <a:lnTo>
                  <a:pt x="1832" y="347"/>
                </a:lnTo>
                <a:lnTo>
                  <a:pt x="1792" y="329"/>
                </a:lnTo>
                <a:lnTo>
                  <a:pt x="1749" y="315"/>
                </a:lnTo>
                <a:lnTo>
                  <a:pt x="1702" y="307"/>
                </a:lnTo>
                <a:lnTo>
                  <a:pt x="1654" y="302"/>
                </a:lnTo>
                <a:lnTo>
                  <a:pt x="1551" y="306"/>
                </a:lnTo>
                <a:lnTo>
                  <a:pt x="1446" y="325"/>
                </a:lnTo>
                <a:lnTo>
                  <a:pt x="1340" y="356"/>
                </a:lnTo>
                <a:lnTo>
                  <a:pt x="1239" y="398"/>
                </a:lnTo>
                <a:lnTo>
                  <a:pt x="1145" y="449"/>
                </a:lnTo>
                <a:lnTo>
                  <a:pt x="1064" y="506"/>
                </a:lnTo>
                <a:lnTo>
                  <a:pt x="1028" y="537"/>
                </a:lnTo>
                <a:lnTo>
                  <a:pt x="998" y="569"/>
                </a:lnTo>
                <a:lnTo>
                  <a:pt x="972" y="601"/>
                </a:lnTo>
                <a:lnTo>
                  <a:pt x="951" y="634"/>
                </a:lnTo>
                <a:lnTo>
                  <a:pt x="937" y="668"/>
                </a:lnTo>
                <a:lnTo>
                  <a:pt x="929" y="701"/>
                </a:lnTo>
                <a:lnTo>
                  <a:pt x="927" y="734"/>
                </a:lnTo>
                <a:lnTo>
                  <a:pt x="933" y="766"/>
                </a:lnTo>
                <a:lnTo>
                  <a:pt x="947" y="798"/>
                </a:lnTo>
                <a:lnTo>
                  <a:pt x="969" y="828"/>
                </a:lnTo>
                <a:lnTo>
                  <a:pt x="989" y="849"/>
                </a:lnTo>
                <a:lnTo>
                  <a:pt x="1009" y="865"/>
                </a:lnTo>
                <a:lnTo>
                  <a:pt x="1028" y="876"/>
                </a:lnTo>
                <a:lnTo>
                  <a:pt x="1048" y="883"/>
                </a:lnTo>
                <a:lnTo>
                  <a:pt x="1067" y="886"/>
                </a:lnTo>
                <a:lnTo>
                  <a:pt x="1085" y="884"/>
                </a:lnTo>
                <a:lnTo>
                  <a:pt x="1103" y="880"/>
                </a:lnTo>
                <a:lnTo>
                  <a:pt x="1120" y="871"/>
                </a:lnTo>
                <a:lnTo>
                  <a:pt x="1137" y="860"/>
                </a:lnTo>
                <a:lnTo>
                  <a:pt x="1152" y="846"/>
                </a:lnTo>
                <a:lnTo>
                  <a:pt x="1167" y="828"/>
                </a:lnTo>
                <a:lnTo>
                  <a:pt x="1180" y="809"/>
                </a:lnTo>
                <a:lnTo>
                  <a:pt x="1204" y="762"/>
                </a:lnTo>
                <a:lnTo>
                  <a:pt x="1222" y="709"/>
                </a:lnTo>
                <a:lnTo>
                  <a:pt x="1235" y="649"/>
                </a:lnTo>
                <a:lnTo>
                  <a:pt x="1240" y="585"/>
                </a:lnTo>
                <a:lnTo>
                  <a:pt x="1238" y="520"/>
                </a:lnTo>
                <a:lnTo>
                  <a:pt x="1228" y="453"/>
                </a:lnTo>
                <a:lnTo>
                  <a:pt x="1209" y="388"/>
                </a:lnTo>
                <a:lnTo>
                  <a:pt x="1180" y="326"/>
                </a:lnTo>
                <a:lnTo>
                  <a:pt x="1161" y="297"/>
                </a:lnTo>
                <a:lnTo>
                  <a:pt x="1140" y="269"/>
                </a:lnTo>
                <a:lnTo>
                  <a:pt x="1117" y="243"/>
                </a:lnTo>
                <a:lnTo>
                  <a:pt x="1090" y="218"/>
                </a:lnTo>
                <a:lnTo>
                  <a:pt x="1054" y="192"/>
                </a:lnTo>
                <a:lnTo>
                  <a:pt x="1007" y="162"/>
                </a:lnTo>
                <a:lnTo>
                  <a:pt x="951" y="131"/>
                </a:lnTo>
                <a:lnTo>
                  <a:pt x="886" y="100"/>
                </a:lnTo>
                <a:lnTo>
                  <a:pt x="815" y="70"/>
                </a:lnTo>
                <a:lnTo>
                  <a:pt x="739" y="44"/>
                </a:lnTo>
                <a:lnTo>
                  <a:pt x="659" y="22"/>
                </a:lnTo>
                <a:lnTo>
                  <a:pt x="577" y="7"/>
                </a:lnTo>
                <a:lnTo>
                  <a:pt x="494" y="0"/>
                </a:lnTo>
                <a:lnTo>
                  <a:pt x="412" y="3"/>
                </a:lnTo>
                <a:lnTo>
                  <a:pt x="332" y="16"/>
                </a:lnTo>
                <a:lnTo>
                  <a:pt x="294" y="28"/>
                </a:lnTo>
                <a:lnTo>
                  <a:pt x="256" y="43"/>
                </a:lnTo>
                <a:lnTo>
                  <a:pt x="220" y="61"/>
                </a:lnTo>
                <a:lnTo>
                  <a:pt x="186" y="84"/>
                </a:lnTo>
                <a:lnTo>
                  <a:pt x="153" y="110"/>
                </a:lnTo>
                <a:lnTo>
                  <a:pt x="122" y="141"/>
                </a:lnTo>
                <a:lnTo>
                  <a:pt x="93" y="176"/>
                </a:lnTo>
                <a:lnTo>
                  <a:pt x="67" y="216"/>
                </a:lnTo>
                <a:lnTo>
                  <a:pt x="42" y="260"/>
                </a:lnTo>
                <a:lnTo>
                  <a:pt x="21" y="309"/>
                </a:lnTo>
                <a:lnTo>
                  <a:pt x="6" y="359"/>
                </a:lnTo>
                <a:lnTo>
                  <a:pt x="0" y="410"/>
                </a:lnTo>
                <a:lnTo>
                  <a:pt x="2" y="460"/>
                </a:lnTo>
                <a:lnTo>
                  <a:pt x="12" y="512"/>
                </a:lnTo>
                <a:lnTo>
                  <a:pt x="29" y="563"/>
                </a:lnTo>
                <a:lnTo>
                  <a:pt x="52" y="615"/>
                </a:lnTo>
                <a:lnTo>
                  <a:pt x="117" y="719"/>
                </a:lnTo>
                <a:lnTo>
                  <a:pt x="202" y="824"/>
                </a:lnTo>
                <a:lnTo>
                  <a:pt x="302" y="929"/>
                </a:lnTo>
                <a:lnTo>
                  <a:pt x="532" y="1139"/>
                </a:lnTo>
                <a:lnTo>
                  <a:pt x="773" y="1346"/>
                </a:lnTo>
                <a:lnTo>
                  <a:pt x="992" y="1549"/>
                </a:lnTo>
                <a:lnTo>
                  <a:pt x="1081" y="1648"/>
                </a:lnTo>
                <a:lnTo>
                  <a:pt x="1153" y="1745"/>
                </a:lnTo>
                <a:lnTo>
                  <a:pt x="1180" y="1792"/>
                </a:lnTo>
                <a:lnTo>
                  <a:pt x="1201" y="1839"/>
                </a:lnTo>
                <a:lnTo>
                  <a:pt x="1215" y="1885"/>
                </a:lnTo>
                <a:lnTo>
                  <a:pt x="1222" y="1930"/>
                </a:lnTo>
                <a:lnTo>
                  <a:pt x="1227" y="2105"/>
                </a:lnTo>
                <a:lnTo>
                  <a:pt x="1226" y="2358"/>
                </a:lnTo>
                <a:lnTo>
                  <a:pt x="1215" y="2975"/>
                </a:lnTo>
                <a:lnTo>
                  <a:pt x="1192" y="3769"/>
                </a:lnTo>
                <a:close/>
              </a:path>
            </a:pathLst>
          </a:cu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Straight Connector 10"/>
          <p:cNvSpPr/>
          <p:nvPr/>
        </p:nvSpPr>
        <p:spPr>
          <a:xfrm>
            <a:off x="2446560" y="1530360"/>
            <a:ext cx="0" cy="266760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 flipH="1">
            <a:off x="3368520" y="1916999"/>
            <a:ext cx="188640" cy="188641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3582720" y="2950200"/>
            <a:ext cx="267119" cy="0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1335960" y="1916999"/>
            <a:ext cx="189000" cy="188641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1043279" y="2950200"/>
            <a:ext cx="267121" cy="0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39439" y="2187720"/>
            <a:ext cx="1556639" cy="1874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25" h="5207">
                <a:moveTo>
                  <a:pt x="2163" y="0"/>
                </a:moveTo>
                <a:lnTo>
                  <a:pt x="2163" y="0"/>
                </a:lnTo>
                <a:lnTo>
                  <a:pt x="2163" y="0"/>
                </a:lnTo>
                <a:lnTo>
                  <a:pt x="2016" y="4"/>
                </a:lnTo>
                <a:lnTo>
                  <a:pt x="1875" y="17"/>
                </a:lnTo>
                <a:lnTo>
                  <a:pt x="1737" y="39"/>
                </a:lnTo>
                <a:lnTo>
                  <a:pt x="1602" y="70"/>
                </a:lnTo>
                <a:lnTo>
                  <a:pt x="1470" y="110"/>
                </a:lnTo>
                <a:lnTo>
                  <a:pt x="1340" y="160"/>
                </a:lnTo>
                <a:lnTo>
                  <a:pt x="1211" y="219"/>
                </a:lnTo>
                <a:lnTo>
                  <a:pt x="1082" y="289"/>
                </a:lnTo>
                <a:lnTo>
                  <a:pt x="957" y="366"/>
                </a:lnTo>
                <a:lnTo>
                  <a:pt x="841" y="448"/>
                </a:lnTo>
                <a:lnTo>
                  <a:pt x="732" y="536"/>
                </a:lnTo>
                <a:lnTo>
                  <a:pt x="631" y="630"/>
                </a:lnTo>
                <a:lnTo>
                  <a:pt x="537" y="731"/>
                </a:lnTo>
                <a:lnTo>
                  <a:pt x="449" y="840"/>
                </a:lnTo>
                <a:lnTo>
                  <a:pt x="367" y="956"/>
                </a:lnTo>
                <a:lnTo>
                  <a:pt x="290" y="1081"/>
                </a:lnTo>
                <a:lnTo>
                  <a:pt x="220" y="1210"/>
                </a:lnTo>
                <a:lnTo>
                  <a:pt x="161" y="1339"/>
                </a:lnTo>
                <a:lnTo>
                  <a:pt x="111" y="1470"/>
                </a:lnTo>
                <a:lnTo>
                  <a:pt x="70" y="1602"/>
                </a:lnTo>
                <a:lnTo>
                  <a:pt x="39" y="1736"/>
                </a:lnTo>
                <a:lnTo>
                  <a:pt x="17" y="1874"/>
                </a:lnTo>
                <a:lnTo>
                  <a:pt x="4" y="2015"/>
                </a:lnTo>
                <a:lnTo>
                  <a:pt x="0" y="2162"/>
                </a:lnTo>
                <a:lnTo>
                  <a:pt x="0" y="2162"/>
                </a:lnTo>
                <a:lnTo>
                  <a:pt x="0" y="2162"/>
                </a:lnTo>
                <a:lnTo>
                  <a:pt x="5" y="2308"/>
                </a:lnTo>
                <a:lnTo>
                  <a:pt x="18" y="2450"/>
                </a:lnTo>
                <a:lnTo>
                  <a:pt x="40" y="2587"/>
                </a:lnTo>
                <a:lnTo>
                  <a:pt x="71" y="2721"/>
                </a:lnTo>
                <a:lnTo>
                  <a:pt x="111" y="2853"/>
                </a:lnTo>
                <a:lnTo>
                  <a:pt x="161" y="2983"/>
                </a:lnTo>
                <a:lnTo>
                  <a:pt x="221" y="3112"/>
                </a:lnTo>
                <a:lnTo>
                  <a:pt x="290" y="3241"/>
                </a:lnTo>
                <a:lnTo>
                  <a:pt x="367" y="3365"/>
                </a:lnTo>
                <a:lnTo>
                  <a:pt x="449" y="3482"/>
                </a:lnTo>
                <a:lnTo>
                  <a:pt x="537" y="3590"/>
                </a:lnTo>
                <a:lnTo>
                  <a:pt x="631" y="3691"/>
                </a:lnTo>
                <a:lnTo>
                  <a:pt x="732" y="3785"/>
                </a:lnTo>
                <a:lnTo>
                  <a:pt x="841" y="3873"/>
                </a:lnTo>
                <a:lnTo>
                  <a:pt x="957" y="3955"/>
                </a:lnTo>
                <a:lnTo>
                  <a:pt x="1082" y="4032"/>
                </a:lnTo>
                <a:lnTo>
                  <a:pt x="1172" y="4081"/>
                </a:lnTo>
                <a:lnTo>
                  <a:pt x="1261" y="4125"/>
                </a:lnTo>
                <a:lnTo>
                  <a:pt x="1352" y="4164"/>
                </a:lnTo>
                <a:lnTo>
                  <a:pt x="1449" y="4201"/>
                </a:lnTo>
                <a:lnTo>
                  <a:pt x="1449" y="4203"/>
                </a:lnTo>
                <a:lnTo>
                  <a:pt x="1449" y="4953"/>
                </a:lnTo>
                <a:lnTo>
                  <a:pt x="1450" y="4979"/>
                </a:lnTo>
                <a:lnTo>
                  <a:pt x="1454" y="5004"/>
                </a:lnTo>
                <a:lnTo>
                  <a:pt x="1460" y="5028"/>
                </a:lnTo>
                <a:lnTo>
                  <a:pt x="1469" y="5052"/>
                </a:lnTo>
                <a:lnTo>
                  <a:pt x="1479" y="5074"/>
                </a:lnTo>
                <a:lnTo>
                  <a:pt x="1492" y="5095"/>
                </a:lnTo>
                <a:lnTo>
                  <a:pt x="1507" y="5115"/>
                </a:lnTo>
                <a:lnTo>
                  <a:pt x="1523" y="5133"/>
                </a:lnTo>
                <a:lnTo>
                  <a:pt x="1541" y="5149"/>
                </a:lnTo>
                <a:lnTo>
                  <a:pt x="1561" y="5163"/>
                </a:lnTo>
                <a:lnTo>
                  <a:pt x="1582" y="5176"/>
                </a:lnTo>
                <a:lnTo>
                  <a:pt x="1604" y="5187"/>
                </a:lnTo>
                <a:lnTo>
                  <a:pt x="1627" y="5195"/>
                </a:lnTo>
                <a:lnTo>
                  <a:pt x="1652" y="5202"/>
                </a:lnTo>
                <a:lnTo>
                  <a:pt x="1677" y="5205"/>
                </a:lnTo>
                <a:lnTo>
                  <a:pt x="1703" y="5207"/>
                </a:lnTo>
                <a:lnTo>
                  <a:pt x="2623" y="5207"/>
                </a:lnTo>
                <a:lnTo>
                  <a:pt x="2649" y="5205"/>
                </a:lnTo>
                <a:lnTo>
                  <a:pt x="2674" y="5202"/>
                </a:lnTo>
                <a:lnTo>
                  <a:pt x="2699" y="5195"/>
                </a:lnTo>
                <a:lnTo>
                  <a:pt x="2722" y="5187"/>
                </a:lnTo>
                <a:lnTo>
                  <a:pt x="2744" y="5176"/>
                </a:lnTo>
                <a:lnTo>
                  <a:pt x="2765" y="5163"/>
                </a:lnTo>
                <a:lnTo>
                  <a:pt x="2785" y="5149"/>
                </a:lnTo>
                <a:lnTo>
                  <a:pt x="2803" y="5133"/>
                </a:lnTo>
                <a:lnTo>
                  <a:pt x="2819" y="5115"/>
                </a:lnTo>
                <a:lnTo>
                  <a:pt x="2834" y="5095"/>
                </a:lnTo>
                <a:lnTo>
                  <a:pt x="2846" y="5074"/>
                </a:lnTo>
                <a:lnTo>
                  <a:pt x="2857" y="5052"/>
                </a:lnTo>
                <a:lnTo>
                  <a:pt x="2866" y="5028"/>
                </a:lnTo>
                <a:lnTo>
                  <a:pt x="2872" y="5004"/>
                </a:lnTo>
                <a:lnTo>
                  <a:pt x="2876" y="4979"/>
                </a:lnTo>
                <a:lnTo>
                  <a:pt x="2877" y="4953"/>
                </a:lnTo>
                <a:lnTo>
                  <a:pt x="2877" y="4203"/>
                </a:lnTo>
                <a:lnTo>
                  <a:pt x="2877" y="4201"/>
                </a:lnTo>
                <a:lnTo>
                  <a:pt x="2877" y="4201"/>
                </a:lnTo>
                <a:lnTo>
                  <a:pt x="2973" y="4164"/>
                </a:lnTo>
                <a:lnTo>
                  <a:pt x="3065" y="4125"/>
                </a:lnTo>
                <a:lnTo>
                  <a:pt x="3153" y="4081"/>
                </a:lnTo>
                <a:lnTo>
                  <a:pt x="3244" y="4032"/>
                </a:lnTo>
                <a:lnTo>
                  <a:pt x="3369" y="3955"/>
                </a:lnTo>
                <a:lnTo>
                  <a:pt x="3485" y="3873"/>
                </a:lnTo>
                <a:lnTo>
                  <a:pt x="3594" y="3785"/>
                </a:lnTo>
                <a:lnTo>
                  <a:pt x="3695" y="3691"/>
                </a:lnTo>
                <a:lnTo>
                  <a:pt x="3789" y="3590"/>
                </a:lnTo>
                <a:lnTo>
                  <a:pt x="3877" y="3482"/>
                </a:lnTo>
                <a:lnTo>
                  <a:pt x="3959" y="3366"/>
                </a:lnTo>
                <a:lnTo>
                  <a:pt x="4036" y="3241"/>
                </a:lnTo>
                <a:lnTo>
                  <a:pt x="4105" y="3112"/>
                </a:lnTo>
                <a:lnTo>
                  <a:pt x="4165" y="2983"/>
                </a:lnTo>
                <a:lnTo>
                  <a:pt x="4214" y="2853"/>
                </a:lnTo>
                <a:lnTo>
                  <a:pt x="4255" y="2721"/>
                </a:lnTo>
                <a:lnTo>
                  <a:pt x="4286" y="2587"/>
                </a:lnTo>
                <a:lnTo>
                  <a:pt x="4308" y="2450"/>
                </a:lnTo>
                <a:lnTo>
                  <a:pt x="4321" y="2308"/>
                </a:lnTo>
                <a:lnTo>
                  <a:pt x="4325" y="2162"/>
                </a:lnTo>
                <a:lnTo>
                  <a:pt x="4325" y="2162"/>
                </a:lnTo>
                <a:lnTo>
                  <a:pt x="4325" y="2162"/>
                </a:lnTo>
                <a:lnTo>
                  <a:pt x="4321" y="2015"/>
                </a:lnTo>
                <a:lnTo>
                  <a:pt x="4308" y="1874"/>
                </a:lnTo>
                <a:lnTo>
                  <a:pt x="4286" y="1736"/>
                </a:lnTo>
                <a:lnTo>
                  <a:pt x="4255" y="1602"/>
                </a:lnTo>
                <a:lnTo>
                  <a:pt x="4215" y="1470"/>
                </a:lnTo>
                <a:lnTo>
                  <a:pt x="4165" y="1339"/>
                </a:lnTo>
                <a:lnTo>
                  <a:pt x="4105" y="1210"/>
                </a:lnTo>
                <a:lnTo>
                  <a:pt x="4036" y="1081"/>
                </a:lnTo>
                <a:lnTo>
                  <a:pt x="3959" y="956"/>
                </a:lnTo>
                <a:lnTo>
                  <a:pt x="3877" y="840"/>
                </a:lnTo>
                <a:lnTo>
                  <a:pt x="3789" y="731"/>
                </a:lnTo>
                <a:lnTo>
                  <a:pt x="3695" y="630"/>
                </a:lnTo>
                <a:lnTo>
                  <a:pt x="3594" y="536"/>
                </a:lnTo>
                <a:lnTo>
                  <a:pt x="3485" y="448"/>
                </a:lnTo>
                <a:lnTo>
                  <a:pt x="3369" y="366"/>
                </a:lnTo>
                <a:lnTo>
                  <a:pt x="3244" y="289"/>
                </a:lnTo>
                <a:lnTo>
                  <a:pt x="3115" y="219"/>
                </a:lnTo>
                <a:lnTo>
                  <a:pt x="2985" y="160"/>
                </a:lnTo>
                <a:lnTo>
                  <a:pt x="2855" y="110"/>
                </a:lnTo>
                <a:lnTo>
                  <a:pt x="2723" y="70"/>
                </a:lnTo>
                <a:lnTo>
                  <a:pt x="2589" y="39"/>
                </a:lnTo>
                <a:lnTo>
                  <a:pt x="2451" y="17"/>
                </a:lnTo>
                <a:lnTo>
                  <a:pt x="2309" y="4"/>
                </a:lnTo>
                <a:close/>
              </a:path>
            </a:pathLst>
          </a:custGeom>
          <a:noFill/>
          <a:ln w="78120" cap="sq">
            <a:solidFill>
              <a:srgbClr val="000000"/>
            </a:solidFill>
            <a:prstDash val="solid"/>
            <a:miter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052720" y="4061880"/>
            <a:ext cx="73044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30" h="508">
                <a:moveTo>
                  <a:pt x="1015" y="508"/>
                </a:moveTo>
                <a:lnTo>
                  <a:pt x="1776" y="508"/>
                </a:lnTo>
                <a:lnTo>
                  <a:pt x="1802" y="507"/>
                </a:lnTo>
                <a:lnTo>
                  <a:pt x="1827" y="503"/>
                </a:lnTo>
                <a:lnTo>
                  <a:pt x="1851" y="497"/>
                </a:lnTo>
                <a:lnTo>
                  <a:pt x="1875" y="488"/>
                </a:lnTo>
                <a:lnTo>
                  <a:pt x="1897" y="477"/>
                </a:lnTo>
                <a:lnTo>
                  <a:pt x="1918" y="465"/>
                </a:lnTo>
                <a:lnTo>
                  <a:pt x="1937" y="450"/>
                </a:lnTo>
                <a:lnTo>
                  <a:pt x="1955" y="433"/>
                </a:lnTo>
                <a:lnTo>
                  <a:pt x="1972" y="415"/>
                </a:lnTo>
                <a:lnTo>
                  <a:pt x="1986" y="396"/>
                </a:lnTo>
                <a:lnTo>
                  <a:pt x="1999" y="375"/>
                </a:lnTo>
                <a:lnTo>
                  <a:pt x="2010" y="353"/>
                </a:lnTo>
                <a:lnTo>
                  <a:pt x="2018" y="329"/>
                </a:lnTo>
                <a:lnTo>
                  <a:pt x="2025" y="305"/>
                </a:lnTo>
                <a:lnTo>
                  <a:pt x="2029" y="280"/>
                </a:lnTo>
                <a:lnTo>
                  <a:pt x="2030" y="254"/>
                </a:lnTo>
                <a:lnTo>
                  <a:pt x="2029" y="228"/>
                </a:lnTo>
                <a:lnTo>
                  <a:pt x="2025" y="203"/>
                </a:lnTo>
                <a:lnTo>
                  <a:pt x="2018" y="179"/>
                </a:lnTo>
                <a:lnTo>
                  <a:pt x="2010" y="155"/>
                </a:lnTo>
                <a:lnTo>
                  <a:pt x="1999" y="133"/>
                </a:lnTo>
                <a:lnTo>
                  <a:pt x="1986" y="112"/>
                </a:lnTo>
                <a:lnTo>
                  <a:pt x="1972" y="93"/>
                </a:lnTo>
                <a:lnTo>
                  <a:pt x="1955" y="74"/>
                </a:lnTo>
                <a:lnTo>
                  <a:pt x="1937" y="58"/>
                </a:lnTo>
                <a:lnTo>
                  <a:pt x="1918" y="43"/>
                </a:lnTo>
                <a:lnTo>
                  <a:pt x="1897" y="31"/>
                </a:lnTo>
                <a:lnTo>
                  <a:pt x="1875" y="20"/>
                </a:lnTo>
                <a:lnTo>
                  <a:pt x="1851" y="11"/>
                </a:lnTo>
                <a:lnTo>
                  <a:pt x="1827" y="5"/>
                </a:lnTo>
                <a:lnTo>
                  <a:pt x="1802" y="1"/>
                </a:lnTo>
                <a:lnTo>
                  <a:pt x="1776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8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2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2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8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close/>
              </a:path>
            </a:pathLst>
          </a:cu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123280" y="4242240"/>
            <a:ext cx="58932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8" h="508">
                <a:moveTo>
                  <a:pt x="819" y="508"/>
                </a:moveTo>
                <a:lnTo>
                  <a:pt x="1384" y="508"/>
                </a:lnTo>
                <a:lnTo>
                  <a:pt x="1410" y="507"/>
                </a:lnTo>
                <a:lnTo>
                  <a:pt x="1435" y="503"/>
                </a:lnTo>
                <a:lnTo>
                  <a:pt x="1459" y="497"/>
                </a:lnTo>
                <a:lnTo>
                  <a:pt x="1483" y="488"/>
                </a:lnTo>
                <a:lnTo>
                  <a:pt x="1505" y="477"/>
                </a:lnTo>
                <a:lnTo>
                  <a:pt x="1526" y="465"/>
                </a:lnTo>
                <a:lnTo>
                  <a:pt x="1545" y="450"/>
                </a:lnTo>
                <a:lnTo>
                  <a:pt x="1563" y="433"/>
                </a:lnTo>
                <a:lnTo>
                  <a:pt x="1580" y="415"/>
                </a:lnTo>
                <a:lnTo>
                  <a:pt x="1594" y="396"/>
                </a:lnTo>
                <a:lnTo>
                  <a:pt x="1607" y="375"/>
                </a:lnTo>
                <a:lnTo>
                  <a:pt x="1618" y="353"/>
                </a:lnTo>
                <a:lnTo>
                  <a:pt x="1626" y="329"/>
                </a:lnTo>
                <a:lnTo>
                  <a:pt x="1633" y="305"/>
                </a:lnTo>
                <a:lnTo>
                  <a:pt x="1637" y="280"/>
                </a:lnTo>
                <a:lnTo>
                  <a:pt x="1638" y="254"/>
                </a:lnTo>
                <a:lnTo>
                  <a:pt x="1638" y="254"/>
                </a:lnTo>
                <a:lnTo>
                  <a:pt x="1637" y="228"/>
                </a:lnTo>
                <a:lnTo>
                  <a:pt x="1633" y="203"/>
                </a:lnTo>
                <a:lnTo>
                  <a:pt x="1626" y="179"/>
                </a:lnTo>
                <a:lnTo>
                  <a:pt x="1618" y="155"/>
                </a:lnTo>
                <a:lnTo>
                  <a:pt x="1607" y="133"/>
                </a:lnTo>
                <a:lnTo>
                  <a:pt x="1594" y="112"/>
                </a:lnTo>
                <a:lnTo>
                  <a:pt x="1580" y="93"/>
                </a:lnTo>
                <a:lnTo>
                  <a:pt x="1563" y="74"/>
                </a:lnTo>
                <a:lnTo>
                  <a:pt x="1545" y="58"/>
                </a:lnTo>
                <a:lnTo>
                  <a:pt x="1526" y="43"/>
                </a:lnTo>
                <a:lnTo>
                  <a:pt x="1505" y="31"/>
                </a:lnTo>
                <a:lnTo>
                  <a:pt x="1483" y="20"/>
                </a:lnTo>
                <a:lnTo>
                  <a:pt x="1459" y="11"/>
                </a:lnTo>
                <a:lnTo>
                  <a:pt x="1435" y="5"/>
                </a:lnTo>
                <a:lnTo>
                  <a:pt x="1410" y="1"/>
                </a:lnTo>
                <a:lnTo>
                  <a:pt x="1384" y="0"/>
                </a:lnTo>
                <a:lnTo>
                  <a:pt x="253" y="0"/>
                </a:lnTo>
                <a:lnTo>
                  <a:pt x="227" y="1"/>
                </a:lnTo>
                <a:lnTo>
                  <a:pt x="202" y="5"/>
                </a:lnTo>
                <a:lnTo>
                  <a:pt x="178" y="11"/>
                </a:lnTo>
                <a:lnTo>
                  <a:pt x="154" y="20"/>
                </a:lnTo>
                <a:lnTo>
                  <a:pt x="132" y="31"/>
                </a:lnTo>
                <a:lnTo>
                  <a:pt x="111" y="43"/>
                </a:lnTo>
                <a:lnTo>
                  <a:pt x="92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0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0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2" y="450"/>
                </a:lnTo>
                <a:lnTo>
                  <a:pt x="111" y="465"/>
                </a:lnTo>
                <a:lnTo>
                  <a:pt x="132" y="477"/>
                </a:lnTo>
                <a:lnTo>
                  <a:pt x="154" y="488"/>
                </a:lnTo>
                <a:lnTo>
                  <a:pt x="178" y="497"/>
                </a:lnTo>
                <a:lnTo>
                  <a:pt x="202" y="503"/>
                </a:lnTo>
                <a:lnTo>
                  <a:pt x="227" y="507"/>
                </a:lnTo>
                <a:lnTo>
                  <a:pt x="253" y="508"/>
                </a:lnTo>
                <a:close/>
              </a:path>
            </a:pathLst>
          </a:cu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2065320" y="2705039"/>
            <a:ext cx="713160" cy="1356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82" h="3769">
                <a:moveTo>
                  <a:pt x="720" y="3769"/>
                </a:moveTo>
                <a:lnTo>
                  <a:pt x="736" y="2818"/>
                </a:lnTo>
                <a:lnTo>
                  <a:pt x="744" y="2317"/>
                </a:lnTo>
                <a:lnTo>
                  <a:pt x="754" y="1992"/>
                </a:lnTo>
                <a:lnTo>
                  <a:pt x="761" y="1935"/>
                </a:lnTo>
                <a:lnTo>
                  <a:pt x="775" y="1880"/>
                </a:lnTo>
                <a:lnTo>
                  <a:pt x="795" y="1828"/>
                </a:lnTo>
                <a:lnTo>
                  <a:pt x="821" y="1779"/>
                </a:lnTo>
                <a:lnTo>
                  <a:pt x="852" y="1733"/>
                </a:lnTo>
                <a:lnTo>
                  <a:pt x="889" y="1689"/>
                </a:lnTo>
                <a:lnTo>
                  <a:pt x="974" y="1606"/>
                </a:lnTo>
                <a:lnTo>
                  <a:pt x="1073" y="1529"/>
                </a:lnTo>
                <a:lnTo>
                  <a:pt x="1181" y="1457"/>
                </a:lnTo>
                <a:lnTo>
                  <a:pt x="1414" y="1319"/>
                </a:lnTo>
                <a:lnTo>
                  <a:pt x="1640" y="1176"/>
                </a:lnTo>
                <a:lnTo>
                  <a:pt x="1741" y="1099"/>
                </a:lnTo>
                <a:lnTo>
                  <a:pt x="1830" y="1014"/>
                </a:lnTo>
                <a:lnTo>
                  <a:pt x="1868" y="969"/>
                </a:lnTo>
                <a:lnTo>
                  <a:pt x="1901" y="922"/>
                </a:lnTo>
                <a:lnTo>
                  <a:pt x="1930" y="872"/>
                </a:lnTo>
                <a:lnTo>
                  <a:pt x="1953" y="819"/>
                </a:lnTo>
                <a:lnTo>
                  <a:pt x="1969" y="763"/>
                </a:lnTo>
                <a:lnTo>
                  <a:pt x="1979" y="704"/>
                </a:lnTo>
                <a:lnTo>
                  <a:pt x="1982" y="641"/>
                </a:lnTo>
                <a:lnTo>
                  <a:pt x="1978" y="574"/>
                </a:lnTo>
                <a:lnTo>
                  <a:pt x="1967" y="521"/>
                </a:lnTo>
                <a:lnTo>
                  <a:pt x="1951" y="475"/>
                </a:lnTo>
                <a:lnTo>
                  <a:pt x="1929" y="434"/>
                </a:lnTo>
                <a:lnTo>
                  <a:pt x="1901" y="400"/>
                </a:lnTo>
                <a:lnTo>
                  <a:pt x="1869" y="371"/>
                </a:lnTo>
                <a:lnTo>
                  <a:pt x="1833" y="347"/>
                </a:lnTo>
                <a:lnTo>
                  <a:pt x="1793" y="329"/>
                </a:lnTo>
                <a:lnTo>
                  <a:pt x="1749" y="315"/>
                </a:lnTo>
                <a:lnTo>
                  <a:pt x="1703" y="307"/>
                </a:lnTo>
                <a:lnTo>
                  <a:pt x="1654" y="302"/>
                </a:lnTo>
                <a:lnTo>
                  <a:pt x="1552" y="306"/>
                </a:lnTo>
                <a:lnTo>
                  <a:pt x="1446" y="325"/>
                </a:lnTo>
                <a:lnTo>
                  <a:pt x="1341" y="356"/>
                </a:lnTo>
                <a:lnTo>
                  <a:pt x="1239" y="398"/>
                </a:lnTo>
                <a:lnTo>
                  <a:pt x="1146" y="449"/>
                </a:lnTo>
                <a:lnTo>
                  <a:pt x="1064" y="506"/>
                </a:lnTo>
                <a:lnTo>
                  <a:pt x="1029" y="537"/>
                </a:lnTo>
                <a:lnTo>
                  <a:pt x="999" y="569"/>
                </a:lnTo>
                <a:lnTo>
                  <a:pt x="973" y="601"/>
                </a:lnTo>
                <a:lnTo>
                  <a:pt x="952" y="634"/>
                </a:lnTo>
                <a:lnTo>
                  <a:pt x="938" y="668"/>
                </a:lnTo>
                <a:lnTo>
                  <a:pt x="930" y="701"/>
                </a:lnTo>
                <a:lnTo>
                  <a:pt x="928" y="734"/>
                </a:lnTo>
                <a:lnTo>
                  <a:pt x="934" y="766"/>
                </a:lnTo>
                <a:lnTo>
                  <a:pt x="948" y="798"/>
                </a:lnTo>
                <a:lnTo>
                  <a:pt x="970" y="828"/>
                </a:lnTo>
                <a:lnTo>
                  <a:pt x="990" y="849"/>
                </a:lnTo>
                <a:lnTo>
                  <a:pt x="1010" y="865"/>
                </a:lnTo>
                <a:lnTo>
                  <a:pt x="1029" y="876"/>
                </a:lnTo>
                <a:lnTo>
                  <a:pt x="1049" y="882"/>
                </a:lnTo>
                <a:lnTo>
                  <a:pt x="1068" y="885"/>
                </a:lnTo>
                <a:lnTo>
                  <a:pt x="1086" y="884"/>
                </a:lnTo>
                <a:lnTo>
                  <a:pt x="1104" y="879"/>
                </a:lnTo>
                <a:lnTo>
                  <a:pt x="1121" y="871"/>
                </a:lnTo>
                <a:lnTo>
                  <a:pt x="1138" y="860"/>
                </a:lnTo>
                <a:lnTo>
                  <a:pt x="1153" y="845"/>
                </a:lnTo>
                <a:lnTo>
                  <a:pt x="1168" y="828"/>
                </a:lnTo>
                <a:lnTo>
                  <a:pt x="1181" y="808"/>
                </a:lnTo>
                <a:lnTo>
                  <a:pt x="1205" y="762"/>
                </a:lnTo>
                <a:lnTo>
                  <a:pt x="1223" y="708"/>
                </a:lnTo>
                <a:lnTo>
                  <a:pt x="1236" y="649"/>
                </a:lnTo>
                <a:lnTo>
                  <a:pt x="1241" y="585"/>
                </a:lnTo>
                <a:lnTo>
                  <a:pt x="1239" y="519"/>
                </a:lnTo>
                <a:lnTo>
                  <a:pt x="1229" y="453"/>
                </a:lnTo>
                <a:lnTo>
                  <a:pt x="1210" y="388"/>
                </a:lnTo>
                <a:lnTo>
                  <a:pt x="1181" y="326"/>
                </a:lnTo>
                <a:lnTo>
                  <a:pt x="1162" y="297"/>
                </a:lnTo>
                <a:lnTo>
                  <a:pt x="1141" y="269"/>
                </a:lnTo>
                <a:lnTo>
                  <a:pt x="1118" y="243"/>
                </a:lnTo>
                <a:lnTo>
                  <a:pt x="1091" y="218"/>
                </a:lnTo>
                <a:lnTo>
                  <a:pt x="1055" y="192"/>
                </a:lnTo>
                <a:lnTo>
                  <a:pt x="1008" y="162"/>
                </a:lnTo>
                <a:lnTo>
                  <a:pt x="952" y="131"/>
                </a:lnTo>
                <a:lnTo>
                  <a:pt x="887" y="100"/>
                </a:lnTo>
                <a:lnTo>
                  <a:pt x="816" y="70"/>
                </a:lnTo>
                <a:lnTo>
                  <a:pt x="740" y="44"/>
                </a:lnTo>
                <a:lnTo>
                  <a:pt x="660" y="22"/>
                </a:lnTo>
                <a:lnTo>
                  <a:pt x="578" y="7"/>
                </a:lnTo>
                <a:lnTo>
                  <a:pt x="495" y="0"/>
                </a:lnTo>
                <a:lnTo>
                  <a:pt x="413" y="3"/>
                </a:lnTo>
                <a:lnTo>
                  <a:pt x="333" y="16"/>
                </a:lnTo>
                <a:lnTo>
                  <a:pt x="294" y="28"/>
                </a:lnTo>
                <a:lnTo>
                  <a:pt x="257" y="43"/>
                </a:lnTo>
                <a:lnTo>
                  <a:pt x="221" y="61"/>
                </a:lnTo>
                <a:lnTo>
                  <a:pt x="186" y="84"/>
                </a:lnTo>
                <a:lnTo>
                  <a:pt x="153" y="110"/>
                </a:lnTo>
                <a:lnTo>
                  <a:pt x="122" y="141"/>
                </a:lnTo>
                <a:lnTo>
                  <a:pt x="93" y="176"/>
                </a:lnTo>
                <a:lnTo>
                  <a:pt x="67" y="216"/>
                </a:lnTo>
                <a:lnTo>
                  <a:pt x="42" y="260"/>
                </a:lnTo>
                <a:lnTo>
                  <a:pt x="21" y="309"/>
                </a:lnTo>
                <a:lnTo>
                  <a:pt x="6" y="359"/>
                </a:lnTo>
                <a:lnTo>
                  <a:pt x="0" y="410"/>
                </a:lnTo>
                <a:lnTo>
                  <a:pt x="2" y="460"/>
                </a:lnTo>
                <a:lnTo>
                  <a:pt x="12" y="511"/>
                </a:lnTo>
                <a:lnTo>
                  <a:pt x="29" y="563"/>
                </a:lnTo>
                <a:lnTo>
                  <a:pt x="52" y="614"/>
                </a:lnTo>
                <a:lnTo>
                  <a:pt x="117" y="718"/>
                </a:lnTo>
                <a:lnTo>
                  <a:pt x="202" y="823"/>
                </a:lnTo>
                <a:lnTo>
                  <a:pt x="302" y="928"/>
                </a:lnTo>
                <a:lnTo>
                  <a:pt x="532" y="1138"/>
                </a:lnTo>
                <a:lnTo>
                  <a:pt x="774" y="1346"/>
                </a:lnTo>
                <a:lnTo>
                  <a:pt x="992" y="1549"/>
                </a:lnTo>
                <a:lnTo>
                  <a:pt x="1082" y="1648"/>
                </a:lnTo>
                <a:lnTo>
                  <a:pt x="1153" y="1745"/>
                </a:lnTo>
                <a:lnTo>
                  <a:pt x="1181" y="1792"/>
                </a:lnTo>
                <a:lnTo>
                  <a:pt x="1202" y="1839"/>
                </a:lnTo>
                <a:lnTo>
                  <a:pt x="1216" y="1885"/>
                </a:lnTo>
                <a:lnTo>
                  <a:pt x="1223" y="1930"/>
                </a:lnTo>
                <a:lnTo>
                  <a:pt x="1228" y="2105"/>
                </a:lnTo>
                <a:lnTo>
                  <a:pt x="1227" y="2358"/>
                </a:lnTo>
                <a:lnTo>
                  <a:pt x="1216" y="2975"/>
                </a:lnTo>
                <a:lnTo>
                  <a:pt x="1193" y="3769"/>
                </a:lnTo>
                <a:close/>
              </a:path>
            </a:pathLst>
          </a:cu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Straight Connector 19"/>
          <p:cNvSpPr/>
          <p:nvPr/>
        </p:nvSpPr>
        <p:spPr>
          <a:xfrm>
            <a:off x="2418120" y="1498679"/>
            <a:ext cx="0" cy="267121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 flipH="1">
            <a:off x="3340079" y="1885680"/>
            <a:ext cx="188641" cy="188639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3554280" y="2918879"/>
            <a:ext cx="267120" cy="0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>
            <a:off x="1307519" y="1885680"/>
            <a:ext cx="188641" cy="188639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1014839" y="2918879"/>
            <a:ext cx="267121" cy="0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 flipH="1">
            <a:off x="2983679" y="3843720"/>
            <a:ext cx="126000" cy="125999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>
            <a:off x="2983679" y="3843720"/>
            <a:ext cx="126000" cy="125999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Straight Connector 26"/>
          <p:cNvSpPr/>
          <p:nvPr/>
        </p:nvSpPr>
        <p:spPr>
          <a:xfrm flipH="1">
            <a:off x="1771920" y="2054880"/>
            <a:ext cx="126000" cy="126360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>
            <a:off x="1771920" y="2054880"/>
            <a:ext cx="126000" cy="126360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1568879" y="4125600"/>
            <a:ext cx="184320" cy="20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3" h="572">
                <a:moveTo>
                  <a:pt x="0" y="572"/>
                </a:moveTo>
                <a:lnTo>
                  <a:pt x="513" y="390"/>
                </a:lnTo>
                <a:lnTo>
                  <a:pt x="103" y="0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3604680" y="3255839"/>
            <a:ext cx="186480" cy="202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9" h="563">
                <a:moveTo>
                  <a:pt x="0" y="262"/>
                </a:moveTo>
                <a:lnTo>
                  <a:pt x="455" y="563"/>
                </a:lnTo>
                <a:lnTo>
                  <a:pt x="519" y="0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785160" y="2122200"/>
            <a:ext cx="207360" cy="182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7" h="509">
                <a:moveTo>
                  <a:pt x="0" y="73"/>
                </a:moveTo>
                <a:lnTo>
                  <a:pt x="328" y="509"/>
                </a:lnTo>
                <a:lnTo>
                  <a:pt x="577" y="0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3624480" y="2125440"/>
            <a:ext cx="216000" cy="215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1" h="600">
                <a:moveTo>
                  <a:pt x="601" y="300"/>
                </a:moveTo>
                <a:lnTo>
                  <a:pt x="600" y="320"/>
                </a:lnTo>
                <a:lnTo>
                  <a:pt x="599" y="340"/>
                </a:lnTo>
                <a:lnTo>
                  <a:pt x="596" y="359"/>
                </a:lnTo>
                <a:lnTo>
                  <a:pt x="591" y="378"/>
                </a:lnTo>
                <a:lnTo>
                  <a:pt x="586" y="396"/>
                </a:lnTo>
                <a:lnTo>
                  <a:pt x="579" y="414"/>
                </a:lnTo>
                <a:lnTo>
                  <a:pt x="571" y="432"/>
                </a:lnTo>
                <a:lnTo>
                  <a:pt x="561" y="450"/>
                </a:lnTo>
                <a:lnTo>
                  <a:pt x="550" y="467"/>
                </a:lnTo>
                <a:lnTo>
                  <a:pt x="539" y="484"/>
                </a:lnTo>
                <a:lnTo>
                  <a:pt x="527" y="499"/>
                </a:lnTo>
                <a:lnTo>
                  <a:pt x="513" y="513"/>
                </a:lnTo>
                <a:lnTo>
                  <a:pt x="499" y="526"/>
                </a:lnTo>
                <a:lnTo>
                  <a:pt x="484" y="538"/>
                </a:lnTo>
                <a:lnTo>
                  <a:pt x="468" y="549"/>
                </a:lnTo>
                <a:lnTo>
                  <a:pt x="451" y="560"/>
                </a:lnTo>
                <a:lnTo>
                  <a:pt x="433" y="570"/>
                </a:lnTo>
                <a:lnTo>
                  <a:pt x="415" y="578"/>
                </a:lnTo>
                <a:lnTo>
                  <a:pt x="397" y="585"/>
                </a:lnTo>
                <a:lnTo>
                  <a:pt x="379" y="590"/>
                </a:lnTo>
                <a:lnTo>
                  <a:pt x="360" y="595"/>
                </a:lnTo>
                <a:lnTo>
                  <a:pt x="341" y="598"/>
                </a:lnTo>
                <a:lnTo>
                  <a:pt x="321" y="599"/>
                </a:lnTo>
                <a:lnTo>
                  <a:pt x="301" y="600"/>
                </a:lnTo>
                <a:lnTo>
                  <a:pt x="281" y="599"/>
                </a:lnTo>
                <a:lnTo>
                  <a:pt x="261" y="598"/>
                </a:lnTo>
                <a:lnTo>
                  <a:pt x="241" y="595"/>
                </a:lnTo>
                <a:lnTo>
                  <a:pt x="222" y="590"/>
                </a:lnTo>
                <a:lnTo>
                  <a:pt x="204" y="585"/>
                </a:lnTo>
                <a:lnTo>
                  <a:pt x="186" y="578"/>
                </a:lnTo>
                <a:lnTo>
                  <a:pt x="168" y="570"/>
                </a:lnTo>
                <a:lnTo>
                  <a:pt x="150" y="560"/>
                </a:lnTo>
                <a:lnTo>
                  <a:pt x="133" y="549"/>
                </a:lnTo>
                <a:lnTo>
                  <a:pt x="117" y="538"/>
                </a:lnTo>
                <a:lnTo>
                  <a:pt x="102" y="526"/>
                </a:lnTo>
                <a:lnTo>
                  <a:pt x="88" y="513"/>
                </a:lnTo>
                <a:lnTo>
                  <a:pt x="75" y="499"/>
                </a:lnTo>
                <a:lnTo>
                  <a:pt x="63" y="484"/>
                </a:lnTo>
                <a:lnTo>
                  <a:pt x="52" y="467"/>
                </a:lnTo>
                <a:lnTo>
                  <a:pt x="41" y="450"/>
                </a:lnTo>
                <a:lnTo>
                  <a:pt x="31" y="432"/>
                </a:lnTo>
                <a:lnTo>
                  <a:pt x="23" y="414"/>
                </a:lnTo>
                <a:lnTo>
                  <a:pt x="16" y="396"/>
                </a:lnTo>
                <a:lnTo>
                  <a:pt x="10" y="378"/>
                </a:lnTo>
                <a:lnTo>
                  <a:pt x="6" y="359"/>
                </a:lnTo>
                <a:lnTo>
                  <a:pt x="3" y="340"/>
                </a:lnTo>
                <a:lnTo>
                  <a:pt x="1" y="320"/>
                </a:lnTo>
                <a:lnTo>
                  <a:pt x="0" y="300"/>
                </a:lnTo>
                <a:lnTo>
                  <a:pt x="1" y="280"/>
                </a:lnTo>
                <a:lnTo>
                  <a:pt x="3" y="260"/>
                </a:lnTo>
                <a:lnTo>
                  <a:pt x="6" y="241"/>
                </a:lnTo>
                <a:lnTo>
                  <a:pt x="10" y="222"/>
                </a:lnTo>
                <a:lnTo>
                  <a:pt x="16" y="204"/>
                </a:lnTo>
                <a:lnTo>
                  <a:pt x="23" y="186"/>
                </a:lnTo>
                <a:lnTo>
                  <a:pt x="31" y="168"/>
                </a:lnTo>
                <a:lnTo>
                  <a:pt x="41" y="150"/>
                </a:lnTo>
                <a:lnTo>
                  <a:pt x="52" y="133"/>
                </a:lnTo>
                <a:lnTo>
                  <a:pt x="63" y="117"/>
                </a:lnTo>
                <a:lnTo>
                  <a:pt x="75" y="102"/>
                </a:lnTo>
                <a:lnTo>
                  <a:pt x="88" y="87"/>
                </a:lnTo>
                <a:lnTo>
                  <a:pt x="102" y="74"/>
                </a:lnTo>
                <a:lnTo>
                  <a:pt x="117" y="62"/>
                </a:lnTo>
                <a:lnTo>
                  <a:pt x="133" y="51"/>
                </a:lnTo>
                <a:lnTo>
                  <a:pt x="150" y="40"/>
                </a:lnTo>
                <a:lnTo>
                  <a:pt x="168" y="30"/>
                </a:lnTo>
                <a:lnTo>
                  <a:pt x="186" y="22"/>
                </a:lnTo>
                <a:lnTo>
                  <a:pt x="204" y="15"/>
                </a:lnTo>
                <a:lnTo>
                  <a:pt x="222" y="10"/>
                </a:lnTo>
                <a:lnTo>
                  <a:pt x="241" y="5"/>
                </a:lnTo>
                <a:lnTo>
                  <a:pt x="260" y="2"/>
                </a:lnTo>
                <a:lnTo>
                  <a:pt x="280" y="1"/>
                </a:lnTo>
                <a:lnTo>
                  <a:pt x="301" y="0"/>
                </a:lnTo>
                <a:lnTo>
                  <a:pt x="321" y="1"/>
                </a:lnTo>
                <a:lnTo>
                  <a:pt x="341" y="2"/>
                </a:lnTo>
                <a:lnTo>
                  <a:pt x="360" y="5"/>
                </a:lnTo>
                <a:lnTo>
                  <a:pt x="379" y="10"/>
                </a:lnTo>
                <a:lnTo>
                  <a:pt x="397" y="15"/>
                </a:lnTo>
                <a:lnTo>
                  <a:pt x="415" y="22"/>
                </a:lnTo>
                <a:lnTo>
                  <a:pt x="433" y="30"/>
                </a:lnTo>
                <a:lnTo>
                  <a:pt x="451" y="40"/>
                </a:lnTo>
                <a:lnTo>
                  <a:pt x="468" y="51"/>
                </a:lnTo>
                <a:lnTo>
                  <a:pt x="484" y="62"/>
                </a:lnTo>
                <a:lnTo>
                  <a:pt x="499" y="74"/>
                </a:lnTo>
                <a:lnTo>
                  <a:pt x="513" y="87"/>
                </a:lnTo>
                <a:lnTo>
                  <a:pt x="527" y="102"/>
                </a:lnTo>
                <a:lnTo>
                  <a:pt x="539" y="117"/>
                </a:lnTo>
                <a:lnTo>
                  <a:pt x="550" y="133"/>
                </a:lnTo>
                <a:lnTo>
                  <a:pt x="561" y="150"/>
                </a:lnTo>
                <a:lnTo>
                  <a:pt x="571" y="168"/>
                </a:lnTo>
                <a:lnTo>
                  <a:pt x="579" y="186"/>
                </a:lnTo>
                <a:lnTo>
                  <a:pt x="586" y="204"/>
                </a:lnTo>
                <a:lnTo>
                  <a:pt x="591" y="222"/>
                </a:lnTo>
                <a:lnTo>
                  <a:pt x="596" y="240"/>
                </a:lnTo>
                <a:lnTo>
                  <a:pt x="599" y="260"/>
                </a:lnTo>
                <a:lnTo>
                  <a:pt x="600" y="279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8639280" y="4366800"/>
            <a:ext cx="104399" cy="1206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vert="horz" wrap="none" lIns="129240" tIns="84240" rIns="129240" bIns="842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H="1">
            <a:off x="9286920" y="4099680"/>
            <a:ext cx="12600" cy="1602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vert="horz" wrap="none" lIns="129240" tIns="84240" rIns="129240" bIns="842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H="1">
            <a:off x="9715320" y="4449240"/>
            <a:ext cx="122400" cy="1062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vert="horz" wrap="none" lIns="129240" tIns="84240" rIns="129240" bIns="842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Straight Connector 35"/>
          <p:cNvSpPr/>
          <p:nvPr/>
        </p:nvSpPr>
        <p:spPr>
          <a:xfrm>
            <a:off x="8280720" y="4982760"/>
            <a:ext cx="160559" cy="1008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vert="horz" wrap="none" lIns="129240" tIns="84240" rIns="129240" bIns="842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 flipV="1">
            <a:off x="8550360" y="5458680"/>
            <a:ext cx="122760" cy="1062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vert="horz" wrap="none" lIns="129240" tIns="84240" rIns="129240" bIns="842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5009400" y="429480"/>
            <a:ext cx="20736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7" h="508">
                <a:moveTo>
                  <a:pt x="0" y="73"/>
                </a:moveTo>
                <a:lnTo>
                  <a:pt x="328" y="508"/>
                </a:lnTo>
                <a:lnTo>
                  <a:pt x="577" y="0"/>
                </a:lnTo>
                <a:close/>
              </a:path>
            </a:pathLst>
          </a:cu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6346800" y="5160240"/>
            <a:ext cx="186480" cy="202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9" h="563">
                <a:moveTo>
                  <a:pt x="0" y="262"/>
                </a:moveTo>
                <a:lnTo>
                  <a:pt x="455" y="563"/>
                </a:lnTo>
                <a:lnTo>
                  <a:pt x="519" y="0"/>
                </a:lnTo>
                <a:close/>
              </a:path>
            </a:pathLst>
          </a:cu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Straight Connector 39"/>
          <p:cNvSpPr/>
          <p:nvPr/>
        </p:nvSpPr>
        <p:spPr>
          <a:xfrm flipH="1">
            <a:off x="8121600" y="1173240"/>
            <a:ext cx="126360" cy="126360"/>
          </a:xfrm>
          <a:prstGeom prst="line">
            <a:avLst/>
          </a:pr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Straight Connector 40"/>
          <p:cNvSpPr/>
          <p:nvPr/>
        </p:nvSpPr>
        <p:spPr>
          <a:xfrm>
            <a:off x="8121600" y="1173240"/>
            <a:ext cx="126360" cy="126360"/>
          </a:xfrm>
          <a:prstGeom prst="line">
            <a:avLst/>
          </a:pr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9668880" y="2216880"/>
            <a:ext cx="216000" cy="215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1" h="600">
                <a:moveTo>
                  <a:pt x="601" y="300"/>
                </a:moveTo>
                <a:lnTo>
                  <a:pt x="600" y="320"/>
                </a:lnTo>
                <a:lnTo>
                  <a:pt x="598" y="340"/>
                </a:lnTo>
                <a:lnTo>
                  <a:pt x="595" y="359"/>
                </a:lnTo>
                <a:lnTo>
                  <a:pt x="591" y="378"/>
                </a:lnTo>
                <a:lnTo>
                  <a:pt x="585" y="396"/>
                </a:lnTo>
                <a:lnTo>
                  <a:pt x="578" y="414"/>
                </a:lnTo>
                <a:lnTo>
                  <a:pt x="570" y="432"/>
                </a:lnTo>
                <a:lnTo>
                  <a:pt x="560" y="450"/>
                </a:lnTo>
                <a:lnTo>
                  <a:pt x="549" y="467"/>
                </a:lnTo>
                <a:lnTo>
                  <a:pt x="538" y="484"/>
                </a:lnTo>
                <a:lnTo>
                  <a:pt x="526" y="499"/>
                </a:lnTo>
                <a:lnTo>
                  <a:pt x="513" y="513"/>
                </a:lnTo>
                <a:lnTo>
                  <a:pt x="499" y="526"/>
                </a:lnTo>
                <a:lnTo>
                  <a:pt x="484" y="538"/>
                </a:lnTo>
                <a:lnTo>
                  <a:pt x="468" y="549"/>
                </a:lnTo>
                <a:lnTo>
                  <a:pt x="451" y="560"/>
                </a:lnTo>
                <a:lnTo>
                  <a:pt x="433" y="570"/>
                </a:lnTo>
                <a:lnTo>
                  <a:pt x="415" y="578"/>
                </a:lnTo>
                <a:lnTo>
                  <a:pt x="397" y="585"/>
                </a:lnTo>
                <a:lnTo>
                  <a:pt x="378" y="590"/>
                </a:lnTo>
                <a:lnTo>
                  <a:pt x="360" y="595"/>
                </a:lnTo>
                <a:lnTo>
                  <a:pt x="340" y="598"/>
                </a:lnTo>
                <a:lnTo>
                  <a:pt x="320" y="599"/>
                </a:lnTo>
                <a:lnTo>
                  <a:pt x="300" y="600"/>
                </a:lnTo>
                <a:lnTo>
                  <a:pt x="280" y="599"/>
                </a:lnTo>
                <a:lnTo>
                  <a:pt x="260" y="598"/>
                </a:lnTo>
                <a:lnTo>
                  <a:pt x="241" y="595"/>
                </a:lnTo>
                <a:lnTo>
                  <a:pt x="222" y="590"/>
                </a:lnTo>
                <a:lnTo>
                  <a:pt x="204" y="585"/>
                </a:lnTo>
                <a:lnTo>
                  <a:pt x="186" y="578"/>
                </a:lnTo>
                <a:lnTo>
                  <a:pt x="168" y="570"/>
                </a:lnTo>
                <a:lnTo>
                  <a:pt x="150" y="560"/>
                </a:lnTo>
                <a:lnTo>
                  <a:pt x="133" y="549"/>
                </a:lnTo>
                <a:lnTo>
                  <a:pt x="116" y="538"/>
                </a:lnTo>
                <a:lnTo>
                  <a:pt x="101" y="526"/>
                </a:lnTo>
                <a:lnTo>
                  <a:pt x="87" y="513"/>
                </a:lnTo>
                <a:lnTo>
                  <a:pt x="74" y="499"/>
                </a:lnTo>
                <a:lnTo>
                  <a:pt x="62" y="484"/>
                </a:lnTo>
                <a:lnTo>
                  <a:pt x="51" y="467"/>
                </a:lnTo>
                <a:lnTo>
                  <a:pt x="40" y="450"/>
                </a:lnTo>
                <a:lnTo>
                  <a:pt x="30" y="432"/>
                </a:lnTo>
                <a:lnTo>
                  <a:pt x="22" y="414"/>
                </a:lnTo>
                <a:lnTo>
                  <a:pt x="15" y="396"/>
                </a:lnTo>
                <a:lnTo>
                  <a:pt x="10" y="378"/>
                </a:lnTo>
                <a:lnTo>
                  <a:pt x="5" y="359"/>
                </a:lnTo>
                <a:lnTo>
                  <a:pt x="2" y="340"/>
                </a:lnTo>
                <a:lnTo>
                  <a:pt x="1" y="320"/>
                </a:lnTo>
                <a:lnTo>
                  <a:pt x="0" y="300"/>
                </a:lnTo>
                <a:lnTo>
                  <a:pt x="1" y="280"/>
                </a:lnTo>
                <a:lnTo>
                  <a:pt x="2" y="260"/>
                </a:lnTo>
                <a:lnTo>
                  <a:pt x="5" y="241"/>
                </a:lnTo>
                <a:lnTo>
                  <a:pt x="10" y="222"/>
                </a:lnTo>
                <a:lnTo>
                  <a:pt x="15" y="204"/>
                </a:lnTo>
                <a:lnTo>
                  <a:pt x="22" y="186"/>
                </a:lnTo>
                <a:lnTo>
                  <a:pt x="30" y="168"/>
                </a:lnTo>
                <a:lnTo>
                  <a:pt x="40" y="150"/>
                </a:lnTo>
                <a:lnTo>
                  <a:pt x="51" y="133"/>
                </a:lnTo>
                <a:lnTo>
                  <a:pt x="62" y="116"/>
                </a:lnTo>
                <a:lnTo>
                  <a:pt x="74" y="101"/>
                </a:lnTo>
                <a:lnTo>
                  <a:pt x="87" y="87"/>
                </a:lnTo>
                <a:lnTo>
                  <a:pt x="101" y="74"/>
                </a:lnTo>
                <a:lnTo>
                  <a:pt x="116" y="62"/>
                </a:lnTo>
                <a:lnTo>
                  <a:pt x="133" y="51"/>
                </a:lnTo>
                <a:lnTo>
                  <a:pt x="150" y="40"/>
                </a:lnTo>
                <a:lnTo>
                  <a:pt x="168" y="30"/>
                </a:lnTo>
                <a:lnTo>
                  <a:pt x="186" y="22"/>
                </a:lnTo>
                <a:lnTo>
                  <a:pt x="204" y="15"/>
                </a:lnTo>
                <a:lnTo>
                  <a:pt x="222" y="9"/>
                </a:lnTo>
                <a:lnTo>
                  <a:pt x="241" y="5"/>
                </a:lnTo>
                <a:lnTo>
                  <a:pt x="260" y="2"/>
                </a:lnTo>
                <a:lnTo>
                  <a:pt x="280" y="1"/>
                </a:lnTo>
                <a:lnTo>
                  <a:pt x="300" y="0"/>
                </a:lnTo>
                <a:lnTo>
                  <a:pt x="321" y="1"/>
                </a:lnTo>
                <a:lnTo>
                  <a:pt x="341" y="2"/>
                </a:lnTo>
                <a:lnTo>
                  <a:pt x="360" y="5"/>
                </a:lnTo>
                <a:lnTo>
                  <a:pt x="379" y="9"/>
                </a:lnTo>
                <a:lnTo>
                  <a:pt x="397" y="15"/>
                </a:lnTo>
                <a:lnTo>
                  <a:pt x="415" y="22"/>
                </a:lnTo>
                <a:lnTo>
                  <a:pt x="433" y="30"/>
                </a:lnTo>
                <a:lnTo>
                  <a:pt x="451" y="40"/>
                </a:lnTo>
                <a:lnTo>
                  <a:pt x="468" y="51"/>
                </a:lnTo>
                <a:lnTo>
                  <a:pt x="484" y="62"/>
                </a:lnTo>
                <a:lnTo>
                  <a:pt x="499" y="74"/>
                </a:lnTo>
                <a:lnTo>
                  <a:pt x="513" y="87"/>
                </a:lnTo>
                <a:lnTo>
                  <a:pt x="526" y="101"/>
                </a:lnTo>
                <a:lnTo>
                  <a:pt x="538" y="116"/>
                </a:lnTo>
                <a:lnTo>
                  <a:pt x="549" y="133"/>
                </a:lnTo>
                <a:lnTo>
                  <a:pt x="560" y="150"/>
                </a:lnTo>
                <a:lnTo>
                  <a:pt x="570" y="168"/>
                </a:lnTo>
                <a:lnTo>
                  <a:pt x="578" y="186"/>
                </a:lnTo>
                <a:lnTo>
                  <a:pt x="585" y="204"/>
                </a:lnTo>
                <a:lnTo>
                  <a:pt x="591" y="222"/>
                </a:lnTo>
                <a:lnTo>
                  <a:pt x="595" y="241"/>
                </a:lnTo>
                <a:lnTo>
                  <a:pt x="598" y="260"/>
                </a:lnTo>
                <a:lnTo>
                  <a:pt x="600" y="280"/>
                </a:lnTo>
                <a:close/>
              </a:path>
            </a:pathLst>
          </a:cu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0" y="3714120"/>
            <a:ext cx="109440" cy="1969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5" h="5473">
                <a:moveTo>
                  <a:pt x="0" y="0"/>
                </a:moveTo>
                <a:lnTo>
                  <a:pt x="305" y="0"/>
                </a:lnTo>
                <a:lnTo>
                  <a:pt x="305" y="5473"/>
                </a:lnTo>
                <a:lnTo>
                  <a:pt x="0" y="5473"/>
                </a:lnTo>
                <a:close/>
              </a:path>
            </a:pathLst>
          </a:custGeom>
          <a:solidFill>
            <a:srgbClr val="000000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9997920" y="360"/>
            <a:ext cx="109440" cy="1969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5" h="5473">
                <a:moveTo>
                  <a:pt x="0" y="0"/>
                </a:moveTo>
                <a:lnTo>
                  <a:pt x="305" y="0"/>
                </a:lnTo>
                <a:lnTo>
                  <a:pt x="305" y="5473"/>
                </a:lnTo>
                <a:lnTo>
                  <a:pt x="0" y="5473"/>
                </a:lnTo>
                <a:close/>
              </a:path>
            </a:pathLst>
          </a:custGeom>
          <a:solidFill>
            <a:srgbClr val="000000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Nimbus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Nimbus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Nimbus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fld id="{7990F56C-B6D8-4E3A-81BF-24F7070F3EC4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3584880" y="541620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5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238880" y="9396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1"/>
                </a:lnTo>
                <a:lnTo>
                  <a:pt x="525" y="318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7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5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5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7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0"/>
                </a:lnTo>
                <a:lnTo>
                  <a:pt x="20" y="165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5"/>
                </a:lnTo>
                <a:lnTo>
                  <a:pt x="118" y="45"/>
                </a:lnTo>
                <a:lnTo>
                  <a:pt x="133" y="36"/>
                </a:lnTo>
                <a:lnTo>
                  <a:pt x="149" y="28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8"/>
                </a:lnTo>
                <a:lnTo>
                  <a:pt x="398" y="36"/>
                </a:lnTo>
                <a:lnTo>
                  <a:pt x="413" y="45"/>
                </a:lnTo>
                <a:lnTo>
                  <a:pt x="427" y="55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3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5"/>
                </a:lnTo>
                <a:lnTo>
                  <a:pt x="517" y="181"/>
                </a:lnTo>
                <a:lnTo>
                  <a:pt x="522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7238880" y="9396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1"/>
                </a:lnTo>
                <a:lnTo>
                  <a:pt x="525" y="318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7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5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5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7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0"/>
                </a:lnTo>
                <a:lnTo>
                  <a:pt x="20" y="165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5"/>
                </a:lnTo>
                <a:lnTo>
                  <a:pt x="118" y="45"/>
                </a:lnTo>
                <a:lnTo>
                  <a:pt x="133" y="36"/>
                </a:lnTo>
                <a:lnTo>
                  <a:pt x="149" y="28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8"/>
                </a:lnTo>
                <a:lnTo>
                  <a:pt x="398" y="36"/>
                </a:lnTo>
                <a:lnTo>
                  <a:pt x="413" y="45"/>
                </a:lnTo>
                <a:lnTo>
                  <a:pt x="427" y="55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3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5"/>
                </a:lnTo>
                <a:lnTo>
                  <a:pt x="517" y="181"/>
                </a:lnTo>
                <a:lnTo>
                  <a:pt x="522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Straight Connector 9"/>
          <p:cNvSpPr/>
          <p:nvPr/>
        </p:nvSpPr>
        <p:spPr>
          <a:xfrm flipH="1">
            <a:off x="2993040" y="1234440"/>
            <a:ext cx="197280" cy="12312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Straight Connector 10"/>
          <p:cNvSpPr/>
          <p:nvPr/>
        </p:nvSpPr>
        <p:spPr>
          <a:xfrm>
            <a:off x="3030120" y="1197359"/>
            <a:ext cx="123120" cy="19728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9818640" y="151308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5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139840" y="2185560"/>
            <a:ext cx="5604840" cy="8499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570" h="2362">
                <a:moveTo>
                  <a:pt x="0" y="0"/>
                </a:moveTo>
                <a:lnTo>
                  <a:pt x="15570" y="0"/>
                </a:lnTo>
                <a:lnTo>
                  <a:pt x="15570" y="2362"/>
                </a:lnTo>
                <a:lnTo>
                  <a:pt x="0" y="2362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9641880" y="4579559"/>
            <a:ext cx="71639" cy="221041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9567360" y="4654080"/>
            <a:ext cx="220680" cy="7164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499320" y="38347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8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6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8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4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7"/>
                </a:lnTo>
                <a:lnTo>
                  <a:pt x="398" y="36"/>
                </a:lnTo>
                <a:lnTo>
                  <a:pt x="413" y="45"/>
                </a:lnTo>
                <a:lnTo>
                  <a:pt x="427" y="56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4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4"/>
                </a:lnTo>
                <a:lnTo>
                  <a:pt x="517" y="180"/>
                </a:lnTo>
                <a:lnTo>
                  <a:pt x="522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499320" y="38347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8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6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8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4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7"/>
                </a:lnTo>
                <a:lnTo>
                  <a:pt x="398" y="36"/>
                </a:lnTo>
                <a:lnTo>
                  <a:pt x="413" y="45"/>
                </a:lnTo>
                <a:lnTo>
                  <a:pt x="427" y="56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4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4"/>
                </a:lnTo>
                <a:lnTo>
                  <a:pt x="517" y="180"/>
                </a:lnTo>
                <a:lnTo>
                  <a:pt x="522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4496040" y="4037759"/>
            <a:ext cx="1087200" cy="1309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21" h="3638">
                <a:moveTo>
                  <a:pt x="1511" y="0"/>
                </a:moveTo>
                <a:lnTo>
                  <a:pt x="1511" y="0"/>
                </a:lnTo>
                <a:lnTo>
                  <a:pt x="1510" y="0"/>
                </a:lnTo>
                <a:lnTo>
                  <a:pt x="1408" y="3"/>
                </a:lnTo>
                <a:lnTo>
                  <a:pt x="1309" y="12"/>
                </a:lnTo>
                <a:lnTo>
                  <a:pt x="1212" y="27"/>
                </a:lnTo>
                <a:lnTo>
                  <a:pt x="1119" y="49"/>
                </a:lnTo>
                <a:lnTo>
                  <a:pt x="1026" y="77"/>
                </a:lnTo>
                <a:lnTo>
                  <a:pt x="936" y="112"/>
                </a:lnTo>
                <a:lnTo>
                  <a:pt x="845" y="153"/>
                </a:lnTo>
                <a:lnTo>
                  <a:pt x="755" y="202"/>
                </a:lnTo>
                <a:lnTo>
                  <a:pt x="668" y="256"/>
                </a:lnTo>
                <a:lnTo>
                  <a:pt x="586" y="313"/>
                </a:lnTo>
                <a:lnTo>
                  <a:pt x="511" y="374"/>
                </a:lnTo>
                <a:lnTo>
                  <a:pt x="440" y="440"/>
                </a:lnTo>
                <a:lnTo>
                  <a:pt x="374" y="511"/>
                </a:lnTo>
                <a:lnTo>
                  <a:pt x="313" y="586"/>
                </a:lnTo>
                <a:lnTo>
                  <a:pt x="256" y="668"/>
                </a:lnTo>
                <a:lnTo>
                  <a:pt x="202" y="755"/>
                </a:lnTo>
                <a:lnTo>
                  <a:pt x="153" y="845"/>
                </a:lnTo>
                <a:lnTo>
                  <a:pt x="112" y="936"/>
                </a:lnTo>
                <a:lnTo>
                  <a:pt x="77" y="1027"/>
                </a:lnTo>
                <a:lnTo>
                  <a:pt x="49" y="1119"/>
                </a:lnTo>
                <a:lnTo>
                  <a:pt x="27" y="1213"/>
                </a:lnTo>
                <a:lnTo>
                  <a:pt x="12" y="1309"/>
                </a:lnTo>
                <a:lnTo>
                  <a:pt x="3" y="1408"/>
                </a:lnTo>
                <a:lnTo>
                  <a:pt x="0" y="1511"/>
                </a:lnTo>
                <a:lnTo>
                  <a:pt x="0" y="1511"/>
                </a:lnTo>
                <a:lnTo>
                  <a:pt x="0" y="1511"/>
                </a:lnTo>
                <a:lnTo>
                  <a:pt x="3" y="1613"/>
                </a:lnTo>
                <a:lnTo>
                  <a:pt x="12" y="1712"/>
                </a:lnTo>
                <a:lnTo>
                  <a:pt x="27" y="1808"/>
                </a:lnTo>
                <a:lnTo>
                  <a:pt x="49" y="1901"/>
                </a:lnTo>
                <a:lnTo>
                  <a:pt x="77" y="1993"/>
                </a:lnTo>
                <a:lnTo>
                  <a:pt x="112" y="2084"/>
                </a:lnTo>
                <a:lnTo>
                  <a:pt x="153" y="2174"/>
                </a:lnTo>
                <a:lnTo>
                  <a:pt x="202" y="2264"/>
                </a:lnTo>
                <a:lnTo>
                  <a:pt x="256" y="2351"/>
                </a:lnTo>
                <a:lnTo>
                  <a:pt x="313" y="2432"/>
                </a:lnTo>
                <a:lnTo>
                  <a:pt x="375" y="2508"/>
                </a:lnTo>
                <a:lnTo>
                  <a:pt x="440" y="2578"/>
                </a:lnTo>
                <a:lnTo>
                  <a:pt x="511" y="2644"/>
                </a:lnTo>
                <a:lnTo>
                  <a:pt x="587" y="2706"/>
                </a:lnTo>
                <a:lnTo>
                  <a:pt x="668" y="2763"/>
                </a:lnTo>
                <a:lnTo>
                  <a:pt x="755" y="2817"/>
                </a:lnTo>
                <a:lnTo>
                  <a:pt x="818" y="2852"/>
                </a:lnTo>
                <a:lnTo>
                  <a:pt x="881" y="2882"/>
                </a:lnTo>
                <a:lnTo>
                  <a:pt x="944" y="2909"/>
                </a:lnTo>
                <a:lnTo>
                  <a:pt x="1012" y="2935"/>
                </a:lnTo>
                <a:lnTo>
                  <a:pt x="1012" y="2937"/>
                </a:lnTo>
                <a:lnTo>
                  <a:pt x="1012" y="3461"/>
                </a:lnTo>
                <a:lnTo>
                  <a:pt x="1013" y="3479"/>
                </a:lnTo>
                <a:lnTo>
                  <a:pt x="1016" y="3497"/>
                </a:lnTo>
                <a:lnTo>
                  <a:pt x="1020" y="3514"/>
                </a:lnTo>
                <a:lnTo>
                  <a:pt x="1026" y="3530"/>
                </a:lnTo>
                <a:lnTo>
                  <a:pt x="1033" y="3545"/>
                </a:lnTo>
                <a:lnTo>
                  <a:pt x="1042" y="3560"/>
                </a:lnTo>
                <a:lnTo>
                  <a:pt x="1052" y="3573"/>
                </a:lnTo>
                <a:lnTo>
                  <a:pt x="1064" y="3586"/>
                </a:lnTo>
                <a:lnTo>
                  <a:pt x="1076" y="3597"/>
                </a:lnTo>
                <a:lnTo>
                  <a:pt x="1090" y="3608"/>
                </a:lnTo>
                <a:lnTo>
                  <a:pt x="1104" y="3616"/>
                </a:lnTo>
                <a:lnTo>
                  <a:pt x="1120" y="3624"/>
                </a:lnTo>
                <a:lnTo>
                  <a:pt x="1136" y="3630"/>
                </a:lnTo>
                <a:lnTo>
                  <a:pt x="1153" y="3634"/>
                </a:lnTo>
                <a:lnTo>
                  <a:pt x="1171" y="3637"/>
                </a:lnTo>
                <a:lnTo>
                  <a:pt x="1189" y="3638"/>
                </a:lnTo>
                <a:lnTo>
                  <a:pt x="1832" y="3638"/>
                </a:lnTo>
                <a:lnTo>
                  <a:pt x="1850" y="3637"/>
                </a:lnTo>
                <a:lnTo>
                  <a:pt x="1868" y="3634"/>
                </a:lnTo>
                <a:lnTo>
                  <a:pt x="1885" y="3630"/>
                </a:lnTo>
                <a:lnTo>
                  <a:pt x="1901" y="3624"/>
                </a:lnTo>
                <a:lnTo>
                  <a:pt x="1916" y="3616"/>
                </a:lnTo>
                <a:lnTo>
                  <a:pt x="1931" y="3608"/>
                </a:lnTo>
                <a:lnTo>
                  <a:pt x="1945" y="3597"/>
                </a:lnTo>
                <a:lnTo>
                  <a:pt x="1957" y="3586"/>
                </a:lnTo>
                <a:lnTo>
                  <a:pt x="1969" y="3573"/>
                </a:lnTo>
                <a:lnTo>
                  <a:pt x="1979" y="3560"/>
                </a:lnTo>
                <a:lnTo>
                  <a:pt x="1988" y="3545"/>
                </a:lnTo>
                <a:lnTo>
                  <a:pt x="1995" y="3530"/>
                </a:lnTo>
                <a:lnTo>
                  <a:pt x="2001" y="3514"/>
                </a:lnTo>
                <a:lnTo>
                  <a:pt x="2005" y="3497"/>
                </a:lnTo>
                <a:lnTo>
                  <a:pt x="2008" y="3479"/>
                </a:lnTo>
                <a:lnTo>
                  <a:pt x="2009" y="3461"/>
                </a:lnTo>
                <a:lnTo>
                  <a:pt x="2009" y="2937"/>
                </a:lnTo>
                <a:lnTo>
                  <a:pt x="2009" y="2935"/>
                </a:lnTo>
                <a:lnTo>
                  <a:pt x="2009" y="2935"/>
                </a:lnTo>
                <a:lnTo>
                  <a:pt x="2077" y="2910"/>
                </a:lnTo>
                <a:lnTo>
                  <a:pt x="2141" y="2883"/>
                </a:lnTo>
                <a:lnTo>
                  <a:pt x="2203" y="2852"/>
                </a:lnTo>
                <a:lnTo>
                  <a:pt x="2266" y="2818"/>
                </a:lnTo>
                <a:lnTo>
                  <a:pt x="2353" y="2764"/>
                </a:lnTo>
                <a:lnTo>
                  <a:pt x="2435" y="2706"/>
                </a:lnTo>
                <a:lnTo>
                  <a:pt x="2510" y="2645"/>
                </a:lnTo>
                <a:lnTo>
                  <a:pt x="2581" y="2579"/>
                </a:lnTo>
                <a:lnTo>
                  <a:pt x="2646" y="2508"/>
                </a:lnTo>
                <a:lnTo>
                  <a:pt x="2708" y="2432"/>
                </a:lnTo>
                <a:lnTo>
                  <a:pt x="2765" y="2351"/>
                </a:lnTo>
                <a:lnTo>
                  <a:pt x="2819" y="2264"/>
                </a:lnTo>
                <a:lnTo>
                  <a:pt x="2867" y="2174"/>
                </a:lnTo>
                <a:lnTo>
                  <a:pt x="2909" y="2084"/>
                </a:lnTo>
                <a:lnTo>
                  <a:pt x="2944" y="1993"/>
                </a:lnTo>
                <a:lnTo>
                  <a:pt x="2972" y="1901"/>
                </a:lnTo>
                <a:lnTo>
                  <a:pt x="2994" y="1808"/>
                </a:lnTo>
                <a:lnTo>
                  <a:pt x="3009" y="1712"/>
                </a:lnTo>
                <a:lnTo>
                  <a:pt x="3018" y="1613"/>
                </a:lnTo>
                <a:lnTo>
                  <a:pt x="3021" y="1511"/>
                </a:lnTo>
                <a:lnTo>
                  <a:pt x="3021" y="1511"/>
                </a:lnTo>
                <a:lnTo>
                  <a:pt x="3021" y="1511"/>
                </a:lnTo>
                <a:lnTo>
                  <a:pt x="3018" y="1408"/>
                </a:lnTo>
                <a:lnTo>
                  <a:pt x="3009" y="1309"/>
                </a:lnTo>
                <a:lnTo>
                  <a:pt x="2994" y="1213"/>
                </a:lnTo>
                <a:lnTo>
                  <a:pt x="2972" y="1119"/>
                </a:lnTo>
                <a:lnTo>
                  <a:pt x="2944" y="1027"/>
                </a:lnTo>
                <a:lnTo>
                  <a:pt x="2909" y="936"/>
                </a:lnTo>
                <a:lnTo>
                  <a:pt x="2867" y="845"/>
                </a:lnTo>
                <a:lnTo>
                  <a:pt x="2819" y="755"/>
                </a:lnTo>
                <a:lnTo>
                  <a:pt x="2765" y="668"/>
                </a:lnTo>
                <a:lnTo>
                  <a:pt x="2708" y="586"/>
                </a:lnTo>
                <a:lnTo>
                  <a:pt x="2646" y="511"/>
                </a:lnTo>
                <a:lnTo>
                  <a:pt x="2581" y="440"/>
                </a:lnTo>
                <a:lnTo>
                  <a:pt x="2510" y="374"/>
                </a:lnTo>
                <a:lnTo>
                  <a:pt x="2434" y="313"/>
                </a:lnTo>
                <a:lnTo>
                  <a:pt x="2353" y="256"/>
                </a:lnTo>
                <a:lnTo>
                  <a:pt x="2266" y="202"/>
                </a:lnTo>
                <a:lnTo>
                  <a:pt x="2176" y="153"/>
                </a:lnTo>
                <a:lnTo>
                  <a:pt x="2085" y="112"/>
                </a:lnTo>
                <a:lnTo>
                  <a:pt x="1994" y="77"/>
                </a:lnTo>
                <a:lnTo>
                  <a:pt x="1902" y="49"/>
                </a:lnTo>
                <a:lnTo>
                  <a:pt x="1808" y="27"/>
                </a:lnTo>
                <a:lnTo>
                  <a:pt x="1712" y="12"/>
                </a:lnTo>
                <a:lnTo>
                  <a:pt x="1613" y="3"/>
                </a:lnTo>
                <a:lnTo>
                  <a:pt x="1510" y="0"/>
                </a:lnTo>
                <a:lnTo>
                  <a:pt x="1510" y="0"/>
                </a:lnTo>
                <a:close/>
              </a:path>
            </a:pathLst>
          </a:custGeom>
          <a:noFill/>
          <a:ln w="54720" cap="sq">
            <a:solidFill>
              <a:srgbClr val="F2C02C"/>
            </a:solidFill>
            <a:prstDash val="solid"/>
            <a:miter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4784400" y="5347440"/>
            <a:ext cx="510480" cy="127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9" h="355">
                <a:moveTo>
                  <a:pt x="709" y="355"/>
                </a:moveTo>
                <a:lnTo>
                  <a:pt x="1241" y="355"/>
                </a:lnTo>
                <a:lnTo>
                  <a:pt x="1259" y="354"/>
                </a:lnTo>
                <a:lnTo>
                  <a:pt x="1277" y="351"/>
                </a:lnTo>
                <a:lnTo>
                  <a:pt x="1294" y="347"/>
                </a:lnTo>
                <a:lnTo>
                  <a:pt x="1310" y="341"/>
                </a:lnTo>
                <a:lnTo>
                  <a:pt x="1326" y="334"/>
                </a:lnTo>
                <a:lnTo>
                  <a:pt x="1340" y="325"/>
                </a:lnTo>
                <a:lnTo>
                  <a:pt x="1354" y="315"/>
                </a:lnTo>
                <a:lnTo>
                  <a:pt x="1367" y="303"/>
                </a:lnTo>
                <a:lnTo>
                  <a:pt x="1378" y="291"/>
                </a:lnTo>
                <a:lnTo>
                  <a:pt x="1388" y="277"/>
                </a:lnTo>
                <a:lnTo>
                  <a:pt x="1397" y="262"/>
                </a:lnTo>
                <a:lnTo>
                  <a:pt x="1405" y="247"/>
                </a:lnTo>
                <a:lnTo>
                  <a:pt x="1411" y="231"/>
                </a:lnTo>
                <a:lnTo>
                  <a:pt x="1415" y="214"/>
                </a:lnTo>
                <a:lnTo>
                  <a:pt x="1418" y="196"/>
                </a:lnTo>
                <a:lnTo>
                  <a:pt x="1419" y="178"/>
                </a:lnTo>
                <a:lnTo>
                  <a:pt x="1418" y="160"/>
                </a:lnTo>
                <a:lnTo>
                  <a:pt x="1415" y="142"/>
                </a:lnTo>
                <a:lnTo>
                  <a:pt x="1411" y="125"/>
                </a:lnTo>
                <a:lnTo>
                  <a:pt x="1405" y="109"/>
                </a:lnTo>
                <a:lnTo>
                  <a:pt x="1397" y="93"/>
                </a:lnTo>
                <a:lnTo>
                  <a:pt x="1388" y="79"/>
                </a:lnTo>
                <a:lnTo>
                  <a:pt x="1378" y="65"/>
                </a:lnTo>
                <a:lnTo>
                  <a:pt x="1367" y="52"/>
                </a:lnTo>
                <a:lnTo>
                  <a:pt x="1354" y="41"/>
                </a:lnTo>
                <a:lnTo>
                  <a:pt x="1340" y="30"/>
                </a:lnTo>
                <a:lnTo>
                  <a:pt x="1326" y="22"/>
                </a:lnTo>
                <a:lnTo>
                  <a:pt x="1310" y="14"/>
                </a:lnTo>
                <a:lnTo>
                  <a:pt x="1294" y="8"/>
                </a:lnTo>
                <a:lnTo>
                  <a:pt x="1277" y="4"/>
                </a:lnTo>
                <a:lnTo>
                  <a:pt x="1259" y="1"/>
                </a:lnTo>
                <a:lnTo>
                  <a:pt x="1241" y="0"/>
                </a:lnTo>
                <a:lnTo>
                  <a:pt x="178" y="0"/>
                </a:lnTo>
                <a:lnTo>
                  <a:pt x="160" y="1"/>
                </a:lnTo>
                <a:lnTo>
                  <a:pt x="142" y="4"/>
                </a:lnTo>
                <a:lnTo>
                  <a:pt x="125" y="8"/>
                </a:lnTo>
                <a:lnTo>
                  <a:pt x="109" y="14"/>
                </a:lnTo>
                <a:lnTo>
                  <a:pt x="93" y="22"/>
                </a:lnTo>
                <a:lnTo>
                  <a:pt x="79" y="30"/>
                </a:lnTo>
                <a:lnTo>
                  <a:pt x="65" y="41"/>
                </a:lnTo>
                <a:lnTo>
                  <a:pt x="52" y="52"/>
                </a:lnTo>
                <a:lnTo>
                  <a:pt x="41" y="65"/>
                </a:lnTo>
                <a:lnTo>
                  <a:pt x="30" y="79"/>
                </a:lnTo>
                <a:lnTo>
                  <a:pt x="22" y="93"/>
                </a:lnTo>
                <a:lnTo>
                  <a:pt x="14" y="109"/>
                </a:lnTo>
                <a:lnTo>
                  <a:pt x="8" y="125"/>
                </a:lnTo>
                <a:lnTo>
                  <a:pt x="4" y="142"/>
                </a:lnTo>
                <a:lnTo>
                  <a:pt x="1" y="160"/>
                </a:lnTo>
                <a:lnTo>
                  <a:pt x="0" y="178"/>
                </a:lnTo>
                <a:lnTo>
                  <a:pt x="1" y="196"/>
                </a:lnTo>
                <a:lnTo>
                  <a:pt x="4" y="214"/>
                </a:lnTo>
                <a:lnTo>
                  <a:pt x="8" y="231"/>
                </a:lnTo>
                <a:lnTo>
                  <a:pt x="14" y="247"/>
                </a:lnTo>
                <a:lnTo>
                  <a:pt x="22" y="262"/>
                </a:lnTo>
                <a:lnTo>
                  <a:pt x="30" y="277"/>
                </a:lnTo>
                <a:lnTo>
                  <a:pt x="41" y="291"/>
                </a:lnTo>
                <a:lnTo>
                  <a:pt x="52" y="303"/>
                </a:lnTo>
                <a:lnTo>
                  <a:pt x="65" y="315"/>
                </a:lnTo>
                <a:lnTo>
                  <a:pt x="79" y="325"/>
                </a:lnTo>
                <a:lnTo>
                  <a:pt x="93" y="334"/>
                </a:lnTo>
                <a:lnTo>
                  <a:pt x="109" y="341"/>
                </a:lnTo>
                <a:lnTo>
                  <a:pt x="125" y="347"/>
                </a:lnTo>
                <a:lnTo>
                  <a:pt x="142" y="351"/>
                </a:lnTo>
                <a:lnTo>
                  <a:pt x="160" y="354"/>
                </a:lnTo>
                <a:lnTo>
                  <a:pt x="178" y="355"/>
                </a:lnTo>
                <a:close/>
              </a:path>
            </a:pathLst>
          </a:cu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4833720" y="5473440"/>
            <a:ext cx="411840" cy="127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5" h="355">
                <a:moveTo>
                  <a:pt x="572" y="355"/>
                </a:moveTo>
                <a:lnTo>
                  <a:pt x="968" y="355"/>
                </a:lnTo>
                <a:lnTo>
                  <a:pt x="986" y="354"/>
                </a:lnTo>
                <a:lnTo>
                  <a:pt x="1003" y="351"/>
                </a:lnTo>
                <a:lnTo>
                  <a:pt x="1020" y="347"/>
                </a:lnTo>
                <a:lnTo>
                  <a:pt x="1037" y="341"/>
                </a:lnTo>
                <a:lnTo>
                  <a:pt x="1052" y="334"/>
                </a:lnTo>
                <a:lnTo>
                  <a:pt x="1067" y="325"/>
                </a:lnTo>
                <a:lnTo>
                  <a:pt x="1080" y="315"/>
                </a:lnTo>
                <a:lnTo>
                  <a:pt x="1093" y="303"/>
                </a:lnTo>
                <a:lnTo>
                  <a:pt x="1104" y="291"/>
                </a:lnTo>
                <a:lnTo>
                  <a:pt x="1115" y="277"/>
                </a:lnTo>
                <a:lnTo>
                  <a:pt x="1123" y="262"/>
                </a:lnTo>
                <a:lnTo>
                  <a:pt x="1131" y="247"/>
                </a:lnTo>
                <a:lnTo>
                  <a:pt x="1137" y="231"/>
                </a:lnTo>
                <a:lnTo>
                  <a:pt x="1141" y="214"/>
                </a:lnTo>
                <a:lnTo>
                  <a:pt x="1144" y="196"/>
                </a:lnTo>
                <a:lnTo>
                  <a:pt x="1145" y="178"/>
                </a:lnTo>
                <a:lnTo>
                  <a:pt x="1145" y="178"/>
                </a:lnTo>
                <a:lnTo>
                  <a:pt x="1144" y="160"/>
                </a:lnTo>
                <a:lnTo>
                  <a:pt x="1141" y="142"/>
                </a:lnTo>
                <a:lnTo>
                  <a:pt x="1137" y="125"/>
                </a:lnTo>
                <a:lnTo>
                  <a:pt x="1131" y="109"/>
                </a:lnTo>
                <a:lnTo>
                  <a:pt x="1123" y="93"/>
                </a:lnTo>
                <a:lnTo>
                  <a:pt x="1115" y="79"/>
                </a:lnTo>
                <a:lnTo>
                  <a:pt x="1104" y="65"/>
                </a:lnTo>
                <a:lnTo>
                  <a:pt x="1093" y="52"/>
                </a:lnTo>
                <a:lnTo>
                  <a:pt x="1080" y="41"/>
                </a:lnTo>
                <a:lnTo>
                  <a:pt x="1067" y="30"/>
                </a:lnTo>
                <a:lnTo>
                  <a:pt x="1052" y="22"/>
                </a:lnTo>
                <a:lnTo>
                  <a:pt x="1037" y="14"/>
                </a:lnTo>
                <a:lnTo>
                  <a:pt x="1020" y="8"/>
                </a:lnTo>
                <a:lnTo>
                  <a:pt x="1003" y="4"/>
                </a:lnTo>
                <a:lnTo>
                  <a:pt x="986" y="1"/>
                </a:lnTo>
                <a:lnTo>
                  <a:pt x="968" y="0"/>
                </a:lnTo>
                <a:lnTo>
                  <a:pt x="177" y="0"/>
                </a:lnTo>
                <a:lnTo>
                  <a:pt x="159" y="1"/>
                </a:lnTo>
                <a:lnTo>
                  <a:pt x="142" y="4"/>
                </a:lnTo>
                <a:lnTo>
                  <a:pt x="125" y="8"/>
                </a:lnTo>
                <a:lnTo>
                  <a:pt x="108" y="14"/>
                </a:lnTo>
                <a:lnTo>
                  <a:pt x="93" y="22"/>
                </a:lnTo>
                <a:lnTo>
                  <a:pt x="78" y="30"/>
                </a:lnTo>
                <a:lnTo>
                  <a:pt x="65" y="41"/>
                </a:lnTo>
                <a:lnTo>
                  <a:pt x="52" y="52"/>
                </a:lnTo>
                <a:lnTo>
                  <a:pt x="41" y="65"/>
                </a:lnTo>
                <a:lnTo>
                  <a:pt x="30" y="79"/>
                </a:lnTo>
                <a:lnTo>
                  <a:pt x="22" y="93"/>
                </a:lnTo>
                <a:lnTo>
                  <a:pt x="14" y="109"/>
                </a:lnTo>
                <a:lnTo>
                  <a:pt x="8" y="125"/>
                </a:lnTo>
                <a:lnTo>
                  <a:pt x="4" y="142"/>
                </a:lnTo>
                <a:lnTo>
                  <a:pt x="1" y="160"/>
                </a:lnTo>
                <a:lnTo>
                  <a:pt x="0" y="178"/>
                </a:lnTo>
                <a:lnTo>
                  <a:pt x="0" y="178"/>
                </a:lnTo>
                <a:lnTo>
                  <a:pt x="1" y="196"/>
                </a:lnTo>
                <a:lnTo>
                  <a:pt x="4" y="214"/>
                </a:lnTo>
                <a:lnTo>
                  <a:pt x="8" y="231"/>
                </a:lnTo>
                <a:lnTo>
                  <a:pt x="14" y="247"/>
                </a:lnTo>
                <a:lnTo>
                  <a:pt x="22" y="262"/>
                </a:lnTo>
                <a:lnTo>
                  <a:pt x="30" y="277"/>
                </a:lnTo>
                <a:lnTo>
                  <a:pt x="41" y="291"/>
                </a:lnTo>
                <a:lnTo>
                  <a:pt x="52" y="303"/>
                </a:lnTo>
                <a:lnTo>
                  <a:pt x="65" y="315"/>
                </a:lnTo>
                <a:lnTo>
                  <a:pt x="78" y="325"/>
                </a:lnTo>
                <a:lnTo>
                  <a:pt x="93" y="334"/>
                </a:lnTo>
                <a:lnTo>
                  <a:pt x="108" y="341"/>
                </a:lnTo>
                <a:lnTo>
                  <a:pt x="125" y="347"/>
                </a:lnTo>
                <a:lnTo>
                  <a:pt x="142" y="351"/>
                </a:lnTo>
                <a:lnTo>
                  <a:pt x="159" y="354"/>
                </a:lnTo>
                <a:lnTo>
                  <a:pt x="177" y="355"/>
                </a:lnTo>
                <a:close/>
              </a:path>
            </a:pathLst>
          </a:cu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4793400" y="4399559"/>
            <a:ext cx="498240" cy="9475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5" h="2633">
                <a:moveTo>
                  <a:pt x="503" y="2633"/>
                </a:moveTo>
                <a:lnTo>
                  <a:pt x="513" y="1969"/>
                </a:lnTo>
                <a:lnTo>
                  <a:pt x="520" y="1619"/>
                </a:lnTo>
                <a:lnTo>
                  <a:pt x="527" y="1392"/>
                </a:lnTo>
                <a:lnTo>
                  <a:pt x="531" y="1352"/>
                </a:lnTo>
                <a:lnTo>
                  <a:pt x="541" y="1314"/>
                </a:lnTo>
                <a:lnTo>
                  <a:pt x="555" y="1278"/>
                </a:lnTo>
                <a:lnTo>
                  <a:pt x="573" y="1244"/>
                </a:lnTo>
                <a:lnTo>
                  <a:pt x="595" y="1211"/>
                </a:lnTo>
                <a:lnTo>
                  <a:pt x="620" y="1180"/>
                </a:lnTo>
                <a:lnTo>
                  <a:pt x="680" y="1122"/>
                </a:lnTo>
                <a:lnTo>
                  <a:pt x="749" y="1069"/>
                </a:lnTo>
                <a:lnTo>
                  <a:pt x="825" y="1018"/>
                </a:lnTo>
                <a:lnTo>
                  <a:pt x="987" y="922"/>
                </a:lnTo>
                <a:lnTo>
                  <a:pt x="1146" y="822"/>
                </a:lnTo>
                <a:lnTo>
                  <a:pt x="1216" y="768"/>
                </a:lnTo>
                <a:lnTo>
                  <a:pt x="1278" y="709"/>
                </a:lnTo>
                <a:lnTo>
                  <a:pt x="1305" y="677"/>
                </a:lnTo>
                <a:lnTo>
                  <a:pt x="1328" y="644"/>
                </a:lnTo>
                <a:lnTo>
                  <a:pt x="1348" y="609"/>
                </a:lnTo>
                <a:lnTo>
                  <a:pt x="1364" y="572"/>
                </a:lnTo>
                <a:lnTo>
                  <a:pt x="1376" y="533"/>
                </a:lnTo>
                <a:lnTo>
                  <a:pt x="1383" y="492"/>
                </a:lnTo>
                <a:lnTo>
                  <a:pt x="1385" y="448"/>
                </a:lnTo>
                <a:lnTo>
                  <a:pt x="1382" y="402"/>
                </a:lnTo>
                <a:lnTo>
                  <a:pt x="1374" y="364"/>
                </a:lnTo>
                <a:lnTo>
                  <a:pt x="1363" y="332"/>
                </a:lnTo>
                <a:lnTo>
                  <a:pt x="1347" y="304"/>
                </a:lnTo>
                <a:lnTo>
                  <a:pt x="1328" y="279"/>
                </a:lnTo>
                <a:lnTo>
                  <a:pt x="1306" y="259"/>
                </a:lnTo>
                <a:lnTo>
                  <a:pt x="1280" y="243"/>
                </a:lnTo>
                <a:lnTo>
                  <a:pt x="1252" y="230"/>
                </a:lnTo>
                <a:lnTo>
                  <a:pt x="1222" y="221"/>
                </a:lnTo>
                <a:lnTo>
                  <a:pt x="1190" y="214"/>
                </a:lnTo>
                <a:lnTo>
                  <a:pt x="1156" y="211"/>
                </a:lnTo>
                <a:lnTo>
                  <a:pt x="1084" y="214"/>
                </a:lnTo>
                <a:lnTo>
                  <a:pt x="1010" y="227"/>
                </a:lnTo>
                <a:lnTo>
                  <a:pt x="936" y="249"/>
                </a:lnTo>
                <a:lnTo>
                  <a:pt x="865" y="278"/>
                </a:lnTo>
                <a:lnTo>
                  <a:pt x="800" y="313"/>
                </a:lnTo>
                <a:lnTo>
                  <a:pt x="743" y="354"/>
                </a:lnTo>
                <a:lnTo>
                  <a:pt x="719" y="375"/>
                </a:lnTo>
                <a:lnTo>
                  <a:pt x="697" y="397"/>
                </a:lnTo>
                <a:lnTo>
                  <a:pt x="679" y="420"/>
                </a:lnTo>
                <a:lnTo>
                  <a:pt x="665" y="443"/>
                </a:lnTo>
                <a:lnTo>
                  <a:pt x="654" y="466"/>
                </a:lnTo>
                <a:lnTo>
                  <a:pt x="649" y="489"/>
                </a:lnTo>
                <a:lnTo>
                  <a:pt x="648" y="512"/>
                </a:lnTo>
                <a:lnTo>
                  <a:pt x="652" y="535"/>
                </a:lnTo>
                <a:lnTo>
                  <a:pt x="661" y="557"/>
                </a:lnTo>
                <a:lnTo>
                  <a:pt x="677" y="579"/>
                </a:lnTo>
                <a:lnTo>
                  <a:pt x="691" y="593"/>
                </a:lnTo>
                <a:lnTo>
                  <a:pt x="705" y="604"/>
                </a:lnTo>
                <a:lnTo>
                  <a:pt x="718" y="612"/>
                </a:lnTo>
                <a:lnTo>
                  <a:pt x="732" y="616"/>
                </a:lnTo>
                <a:lnTo>
                  <a:pt x="745" y="618"/>
                </a:lnTo>
                <a:lnTo>
                  <a:pt x="758" y="618"/>
                </a:lnTo>
                <a:lnTo>
                  <a:pt x="771" y="614"/>
                </a:lnTo>
                <a:lnTo>
                  <a:pt x="783" y="609"/>
                </a:lnTo>
                <a:lnTo>
                  <a:pt x="794" y="601"/>
                </a:lnTo>
                <a:lnTo>
                  <a:pt x="805" y="591"/>
                </a:lnTo>
                <a:lnTo>
                  <a:pt x="815" y="579"/>
                </a:lnTo>
                <a:lnTo>
                  <a:pt x="825" y="565"/>
                </a:lnTo>
                <a:lnTo>
                  <a:pt x="841" y="532"/>
                </a:lnTo>
                <a:lnTo>
                  <a:pt x="854" y="495"/>
                </a:lnTo>
                <a:lnTo>
                  <a:pt x="863" y="453"/>
                </a:lnTo>
                <a:lnTo>
                  <a:pt x="866" y="409"/>
                </a:lnTo>
                <a:lnTo>
                  <a:pt x="865" y="363"/>
                </a:lnTo>
                <a:lnTo>
                  <a:pt x="858" y="317"/>
                </a:lnTo>
                <a:lnTo>
                  <a:pt x="845" y="271"/>
                </a:lnTo>
                <a:lnTo>
                  <a:pt x="824" y="228"/>
                </a:lnTo>
                <a:lnTo>
                  <a:pt x="812" y="207"/>
                </a:lnTo>
                <a:lnTo>
                  <a:pt x="797" y="188"/>
                </a:lnTo>
                <a:lnTo>
                  <a:pt x="780" y="170"/>
                </a:lnTo>
                <a:lnTo>
                  <a:pt x="762" y="153"/>
                </a:lnTo>
                <a:lnTo>
                  <a:pt x="737" y="134"/>
                </a:lnTo>
                <a:lnTo>
                  <a:pt x="704" y="113"/>
                </a:lnTo>
                <a:lnTo>
                  <a:pt x="665" y="91"/>
                </a:lnTo>
                <a:lnTo>
                  <a:pt x="619" y="70"/>
                </a:lnTo>
                <a:lnTo>
                  <a:pt x="570" y="49"/>
                </a:lnTo>
                <a:lnTo>
                  <a:pt x="516" y="31"/>
                </a:lnTo>
                <a:lnTo>
                  <a:pt x="460" y="15"/>
                </a:lnTo>
                <a:lnTo>
                  <a:pt x="403" y="5"/>
                </a:lnTo>
                <a:lnTo>
                  <a:pt x="345" y="0"/>
                </a:lnTo>
                <a:lnTo>
                  <a:pt x="288" y="2"/>
                </a:lnTo>
                <a:lnTo>
                  <a:pt x="232" y="11"/>
                </a:lnTo>
                <a:lnTo>
                  <a:pt x="205" y="20"/>
                </a:lnTo>
                <a:lnTo>
                  <a:pt x="179" y="30"/>
                </a:lnTo>
                <a:lnTo>
                  <a:pt x="154" y="43"/>
                </a:lnTo>
                <a:lnTo>
                  <a:pt x="130" y="59"/>
                </a:lnTo>
                <a:lnTo>
                  <a:pt x="107" y="77"/>
                </a:lnTo>
                <a:lnTo>
                  <a:pt x="85" y="99"/>
                </a:lnTo>
                <a:lnTo>
                  <a:pt x="65" y="123"/>
                </a:lnTo>
                <a:lnTo>
                  <a:pt x="46" y="151"/>
                </a:lnTo>
                <a:lnTo>
                  <a:pt x="30" y="182"/>
                </a:lnTo>
                <a:lnTo>
                  <a:pt x="15" y="217"/>
                </a:lnTo>
                <a:lnTo>
                  <a:pt x="4" y="251"/>
                </a:lnTo>
                <a:lnTo>
                  <a:pt x="0" y="287"/>
                </a:lnTo>
                <a:lnTo>
                  <a:pt x="2" y="322"/>
                </a:lnTo>
                <a:lnTo>
                  <a:pt x="8" y="358"/>
                </a:lnTo>
                <a:lnTo>
                  <a:pt x="20" y="394"/>
                </a:lnTo>
                <a:lnTo>
                  <a:pt x="37" y="430"/>
                </a:lnTo>
                <a:lnTo>
                  <a:pt x="82" y="502"/>
                </a:lnTo>
                <a:lnTo>
                  <a:pt x="141" y="576"/>
                </a:lnTo>
                <a:lnTo>
                  <a:pt x="211" y="649"/>
                </a:lnTo>
                <a:lnTo>
                  <a:pt x="372" y="796"/>
                </a:lnTo>
                <a:lnTo>
                  <a:pt x="540" y="941"/>
                </a:lnTo>
                <a:lnTo>
                  <a:pt x="693" y="1082"/>
                </a:lnTo>
                <a:lnTo>
                  <a:pt x="756" y="1151"/>
                </a:lnTo>
                <a:lnTo>
                  <a:pt x="805" y="1219"/>
                </a:lnTo>
                <a:lnTo>
                  <a:pt x="824" y="1252"/>
                </a:lnTo>
                <a:lnTo>
                  <a:pt x="839" y="1285"/>
                </a:lnTo>
                <a:lnTo>
                  <a:pt x="849" y="1317"/>
                </a:lnTo>
                <a:lnTo>
                  <a:pt x="854" y="1348"/>
                </a:lnTo>
                <a:lnTo>
                  <a:pt x="857" y="1471"/>
                </a:lnTo>
                <a:lnTo>
                  <a:pt x="857" y="1648"/>
                </a:lnTo>
                <a:lnTo>
                  <a:pt x="849" y="2078"/>
                </a:lnTo>
                <a:lnTo>
                  <a:pt x="833" y="2633"/>
                </a:lnTo>
                <a:close/>
              </a:path>
            </a:pathLst>
          </a:cu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>
            <a:off x="5040000" y="3556440"/>
            <a:ext cx="0" cy="186480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5683679" y="3826799"/>
            <a:ext cx="131761" cy="131761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 flipH="1">
            <a:off x="5833440" y="4548960"/>
            <a:ext cx="186479" cy="0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4263840" y="3826799"/>
            <a:ext cx="131760" cy="131761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>
            <a:off x="4059360" y="4548960"/>
            <a:ext cx="186480" cy="0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6383160" y="3509279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2"/>
                </a:lnTo>
                <a:lnTo>
                  <a:pt x="180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2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2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6383160" y="3509279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2"/>
                </a:lnTo>
                <a:lnTo>
                  <a:pt x="180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2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2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2403360" y="2439360"/>
            <a:ext cx="356040" cy="428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0" h="1192">
                <a:moveTo>
                  <a:pt x="495" y="0"/>
                </a:moveTo>
                <a:lnTo>
                  <a:pt x="495" y="0"/>
                </a:lnTo>
                <a:lnTo>
                  <a:pt x="495" y="0"/>
                </a:lnTo>
                <a:lnTo>
                  <a:pt x="461" y="1"/>
                </a:lnTo>
                <a:lnTo>
                  <a:pt x="429" y="4"/>
                </a:lnTo>
                <a:lnTo>
                  <a:pt x="397" y="9"/>
                </a:lnTo>
                <a:lnTo>
                  <a:pt x="366" y="16"/>
                </a:lnTo>
                <a:lnTo>
                  <a:pt x="336" y="25"/>
                </a:lnTo>
                <a:lnTo>
                  <a:pt x="306" y="36"/>
                </a:lnTo>
                <a:lnTo>
                  <a:pt x="277" y="50"/>
                </a:lnTo>
                <a:lnTo>
                  <a:pt x="247" y="66"/>
                </a:lnTo>
                <a:lnTo>
                  <a:pt x="218" y="84"/>
                </a:lnTo>
                <a:lnTo>
                  <a:pt x="192" y="102"/>
                </a:lnTo>
                <a:lnTo>
                  <a:pt x="167" y="122"/>
                </a:lnTo>
                <a:lnTo>
                  <a:pt x="144" y="144"/>
                </a:lnTo>
                <a:lnTo>
                  <a:pt x="123" y="167"/>
                </a:lnTo>
                <a:lnTo>
                  <a:pt x="103" y="192"/>
                </a:lnTo>
                <a:lnTo>
                  <a:pt x="84" y="218"/>
                </a:lnTo>
                <a:lnTo>
                  <a:pt x="66" y="247"/>
                </a:lnTo>
                <a:lnTo>
                  <a:pt x="50" y="277"/>
                </a:lnTo>
                <a:lnTo>
                  <a:pt x="36" y="306"/>
                </a:lnTo>
                <a:lnTo>
                  <a:pt x="25" y="336"/>
                </a:lnTo>
                <a:lnTo>
                  <a:pt x="16" y="366"/>
                </a:lnTo>
                <a:lnTo>
                  <a:pt x="9" y="397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8"/>
                </a:lnTo>
                <a:lnTo>
                  <a:pt x="4" y="561"/>
                </a:lnTo>
                <a:lnTo>
                  <a:pt x="9" y="592"/>
                </a:lnTo>
                <a:lnTo>
                  <a:pt x="16" y="623"/>
                </a:lnTo>
                <a:lnTo>
                  <a:pt x="25" y="653"/>
                </a:lnTo>
                <a:lnTo>
                  <a:pt x="37" y="683"/>
                </a:lnTo>
                <a:lnTo>
                  <a:pt x="50" y="712"/>
                </a:lnTo>
                <a:lnTo>
                  <a:pt x="66" y="742"/>
                </a:lnTo>
                <a:lnTo>
                  <a:pt x="84" y="771"/>
                </a:lnTo>
                <a:lnTo>
                  <a:pt x="102" y="797"/>
                </a:lnTo>
                <a:lnTo>
                  <a:pt x="122" y="822"/>
                </a:lnTo>
                <a:lnTo>
                  <a:pt x="144" y="845"/>
                </a:lnTo>
                <a:lnTo>
                  <a:pt x="167" y="867"/>
                </a:lnTo>
                <a:lnTo>
                  <a:pt x="192" y="887"/>
                </a:lnTo>
                <a:lnTo>
                  <a:pt x="218" y="905"/>
                </a:lnTo>
                <a:lnTo>
                  <a:pt x="247" y="923"/>
                </a:lnTo>
                <a:lnTo>
                  <a:pt x="268" y="934"/>
                </a:lnTo>
                <a:lnTo>
                  <a:pt x="288" y="944"/>
                </a:lnTo>
                <a:lnTo>
                  <a:pt x="309" y="953"/>
                </a:lnTo>
                <a:lnTo>
                  <a:pt x="331" y="962"/>
                </a:lnTo>
                <a:lnTo>
                  <a:pt x="331" y="962"/>
                </a:lnTo>
                <a:lnTo>
                  <a:pt x="331" y="1134"/>
                </a:lnTo>
                <a:lnTo>
                  <a:pt x="331" y="1140"/>
                </a:lnTo>
                <a:lnTo>
                  <a:pt x="332" y="1146"/>
                </a:lnTo>
                <a:lnTo>
                  <a:pt x="334" y="1151"/>
                </a:lnTo>
                <a:lnTo>
                  <a:pt x="336" y="1156"/>
                </a:lnTo>
                <a:lnTo>
                  <a:pt x="338" y="1162"/>
                </a:lnTo>
                <a:lnTo>
                  <a:pt x="341" y="1166"/>
                </a:lnTo>
                <a:lnTo>
                  <a:pt x="344" y="1171"/>
                </a:lnTo>
                <a:lnTo>
                  <a:pt x="348" y="1175"/>
                </a:lnTo>
                <a:lnTo>
                  <a:pt x="352" y="1179"/>
                </a:lnTo>
                <a:lnTo>
                  <a:pt x="357" y="1182"/>
                </a:lnTo>
                <a:lnTo>
                  <a:pt x="361" y="1185"/>
                </a:lnTo>
                <a:lnTo>
                  <a:pt x="366" y="1187"/>
                </a:lnTo>
                <a:lnTo>
                  <a:pt x="372" y="1189"/>
                </a:lnTo>
                <a:lnTo>
                  <a:pt x="377" y="1191"/>
                </a:lnTo>
                <a:lnTo>
                  <a:pt x="383" y="1192"/>
                </a:lnTo>
                <a:lnTo>
                  <a:pt x="389" y="1192"/>
                </a:lnTo>
                <a:lnTo>
                  <a:pt x="600" y="1192"/>
                </a:lnTo>
                <a:lnTo>
                  <a:pt x="606" y="1192"/>
                </a:lnTo>
                <a:lnTo>
                  <a:pt x="612" y="1191"/>
                </a:lnTo>
                <a:lnTo>
                  <a:pt x="617" y="1189"/>
                </a:lnTo>
                <a:lnTo>
                  <a:pt x="623" y="1187"/>
                </a:lnTo>
                <a:lnTo>
                  <a:pt x="628" y="1185"/>
                </a:lnTo>
                <a:lnTo>
                  <a:pt x="632" y="1182"/>
                </a:lnTo>
                <a:lnTo>
                  <a:pt x="637" y="1179"/>
                </a:lnTo>
                <a:lnTo>
                  <a:pt x="641" y="1175"/>
                </a:lnTo>
                <a:lnTo>
                  <a:pt x="645" y="1171"/>
                </a:lnTo>
                <a:lnTo>
                  <a:pt x="648" y="1166"/>
                </a:lnTo>
                <a:lnTo>
                  <a:pt x="651" y="1162"/>
                </a:lnTo>
                <a:lnTo>
                  <a:pt x="653" y="1156"/>
                </a:lnTo>
                <a:lnTo>
                  <a:pt x="655" y="1151"/>
                </a:lnTo>
                <a:lnTo>
                  <a:pt x="657" y="1146"/>
                </a:lnTo>
                <a:lnTo>
                  <a:pt x="658" y="1140"/>
                </a:lnTo>
                <a:lnTo>
                  <a:pt x="658" y="1134"/>
                </a:lnTo>
                <a:lnTo>
                  <a:pt x="658" y="962"/>
                </a:lnTo>
                <a:lnTo>
                  <a:pt x="658" y="962"/>
                </a:lnTo>
                <a:lnTo>
                  <a:pt x="658" y="962"/>
                </a:lnTo>
                <a:lnTo>
                  <a:pt x="680" y="953"/>
                </a:lnTo>
                <a:lnTo>
                  <a:pt x="701" y="944"/>
                </a:lnTo>
                <a:lnTo>
                  <a:pt x="721" y="934"/>
                </a:lnTo>
                <a:lnTo>
                  <a:pt x="742" y="923"/>
                </a:lnTo>
                <a:lnTo>
                  <a:pt x="771" y="905"/>
                </a:lnTo>
                <a:lnTo>
                  <a:pt x="797" y="887"/>
                </a:lnTo>
                <a:lnTo>
                  <a:pt x="822" y="867"/>
                </a:lnTo>
                <a:lnTo>
                  <a:pt x="845" y="845"/>
                </a:lnTo>
                <a:lnTo>
                  <a:pt x="867" y="822"/>
                </a:lnTo>
                <a:lnTo>
                  <a:pt x="887" y="797"/>
                </a:lnTo>
                <a:lnTo>
                  <a:pt x="906" y="771"/>
                </a:lnTo>
                <a:lnTo>
                  <a:pt x="924" y="742"/>
                </a:lnTo>
                <a:lnTo>
                  <a:pt x="940" y="712"/>
                </a:lnTo>
                <a:lnTo>
                  <a:pt x="953" y="683"/>
                </a:lnTo>
                <a:lnTo>
                  <a:pt x="965" y="653"/>
                </a:lnTo>
                <a:lnTo>
                  <a:pt x="974" y="623"/>
                </a:lnTo>
                <a:lnTo>
                  <a:pt x="981" y="592"/>
                </a:lnTo>
                <a:lnTo>
                  <a:pt x="986" y="561"/>
                </a:lnTo>
                <a:lnTo>
                  <a:pt x="989" y="528"/>
                </a:lnTo>
                <a:lnTo>
                  <a:pt x="990" y="495"/>
                </a:lnTo>
                <a:lnTo>
                  <a:pt x="990" y="495"/>
                </a:lnTo>
                <a:lnTo>
                  <a:pt x="990" y="495"/>
                </a:lnTo>
                <a:lnTo>
                  <a:pt x="989" y="461"/>
                </a:lnTo>
                <a:lnTo>
                  <a:pt x="986" y="429"/>
                </a:lnTo>
                <a:lnTo>
                  <a:pt x="981" y="397"/>
                </a:lnTo>
                <a:lnTo>
                  <a:pt x="974" y="366"/>
                </a:lnTo>
                <a:lnTo>
                  <a:pt x="965" y="336"/>
                </a:lnTo>
                <a:lnTo>
                  <a:pt x="953" y="306"/>
                </a:lnTo>
                <a:lnTo>
                  <a:pt x="940" y="277"/>
                </a:lnTo>
                <a:lnTo>
                  <a:pt x="924" y="247"/>
                </a:lnTo>
                <a:lnTo>
                  <a:pt x="906" y="218"/>
                </a:lnTo>
                <a:lnTo>
                  <a:pt x="887" y="192"/>
                </a:lnTo>
                <a:lnTo>
                  <a:pt x="867" y="167"/>
                </a:lnTo>
                <a:lnTo>
                  <a:pt x="846" y="144"/>
                </a:lnTo>
                <a:lnTo>
                  <a:pt x="822" y="122"/>
                </a:lnTo>
                <a:lnTo>
                  <a:pt x="797" y="102"/>
                </a:lnTo>
                <a:lnTo>
                  <a:pt x="771" y="84"/>
                </a:lnTo>
                <a:lnTo>
                  <a:pt x="742" y="66"/>
                </a:lnTo>
                <a:lnTo>
                  <a:pt x="712" y="50"/>
                </a:lnTo>
                <a:lnTo>
                  <a:pt x="683" y="36"/>
                </a:lnTo>
                <a:lnTo>
                  <a:pt x="653" y="25"/>
                </a:lnTo>
                <a:lnTo>
                  <a:pt x="623" y="16"/>
                </a:lnTo>
                <a:lnTo>
                  <a:pt x="592" y="9"/>
                </a:lnTo>
                <a:lnTo>
                  <a:pt x="561" y="4"/>
                </a:lnTo>
                <a:lnTo>
                  <a:pt x="528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2497680" y="2868480"/>
            <a:ext cx="1670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6">
                <a:moveTo>
                  <a:pt x="233" y="116"/>
                </a:moveTo>
                <a:lnTo>
                  <a:pt x="407" y="116"/>
                </a:lnTo>
                <a:lnTo>
                  <a:pt x="413" y="116"/>
                </a:lnTo>
                <a:lnTo>
                  <a:pt x="419" y="115"/>
                </a:lnTo>
                <a:lnTo>
                  <a:pt x="424" y="113"/>
                </a:lnTo>
                <a:lnTo>
                  <a:pt x="430" y="111"/>
                </a:lnTo>
                <a:lnTo>
                  <a:pt x="435" y="109"/>
                </a:lnTo>
                <a:lnTo>
                  <a:pt x="439" y="106"/>
                </a:lnTo>
                <a:lnTo>
                  <a:pt x="444" y="103"/>
                </a:lnTo>
                <a:lnTo>
                  <a:pt x="448" y="99"/>
                </a:lnTo>
                <a:lnTo>
                  <a:pt x="452" y="95"/>
                </a:lnTo>
                <a:lnTo>
                  <a:pt x="455" y="90"/>
                </a:lnTo>
                <a:lnTo>
                  <a:pt x="458" y="86"/>
                </a:lnTo>
                <a:lnTo>
                  <a:pt x="460" y="81"/>
                </a:lnTo>
                <a:lnTo>
                  <a:pt x="462" y="75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6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5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2513880" y="29098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2500560" y="2557800"/>
            <a:ext cx="163080" cy="310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3">
                <a:moveTo>
                  <a:pt x="165" y="863"/>
                </a:moveTo>
                <a:lnTo>
                  <a:pt x="173" y="456"/>
                </a:lnTo>
                <a:lnTo>
                  <a:pt x="174" y="443"/>
                </a:lnTo>
                <a:lnTo>
                  <a:pt x="178" y="430"/>
                </a:lnTo>
                <a:lnTo>
                  <a:pt x="182" y="418"/>
                </a:lnTo>
                <a:lnTo>
                  <a:pt x="188" y="407"/>
                </a:lnTo>
                <a:lnTo>
                  <a:pt x="195" y="397"/>
                </a:lnTo>
                <a:lnTo>
                  <a:pt x="204" y="386"/>
                </a:lnTo>
                <a:lnTo>
                  <a:pt x="223" y="367"/>
                </a:lnTo>
                <a:lnTo>
                  <a:pt x="246" y="350"/>
                </a:lnTo>
                <a:lnTo>
                  <a:pt x="271" y="333"/>
                </a:lnTo>
                <a:lnTo>
                  <a:pt x="324" y="302"/>
                </a:lnTo>
                <a:lnTo>
                  <a:pt x="376" y="269"/>
                </a:lnTo>
                <a:lnTo>
                  <a:pt x="399" y="251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20"/>
                </a:lnTo>
                <a:lnTo>
                  <a:pt x="447" y="109"/>
                </a:lnTo>
                <a:lnTo>
                  <a:pt x="442" y="100"/>
                </a:lnTo>
                <a:lnTo>
                  <a:pt x="435" y="92"/>
                </a:lnTo>
                <a:lnTo>
                  <a:pt x="428" y="85"/>
                </a:lnTo>
                <a:lnTo>
                  <a:pt x="420" y="80"/>
                </a:lnTo>
                <a:lnTo>
                  <a:pt x="410" y="76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1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6"/>
                </a:lnTo>
                <a:lnTo>
                  <a:pt x="217" y="183"/>
                </a:lnTo>
                <a:lnTo>
                  <a:pt x="222" y="190"/>
                </a:lnTo>
                <a:lnTo>
                  <a:pt x="226" y="195"/>
                </a:lnTo>
                <a:lnTo>
                  <a:pt x="231" y="198"/>
                </a:lnTo>
                <a:lnTo>
                  <a:pt x="235" y="201"/>
                </a:lnTo>
                <a:lnTo>
                  <a:pt x="240" y="202"/>
                </a:lnTo>
                <a:lnTo>
                  <a:pt x="244" y="203"/>
                </a:lnTo>
                <a:lnTo>
                  <a:pt x="248" y="203"/>
                </a:lnTo>
                <a:lnTo>
                  <a:pt x="253" y="202"/>
                </a:lnTo>
                <a:lnTo>
                  <a:pt x="256" y="200"/>
                </a:lnTo>
                <a:lnTo>
                  <a:pt x="260" y="197"/>
                </a:lnTo>
                <a:lnTo>
                  <a:pt x="264" y="194"/>
                </a:lnTo>
                <a:lnTo>
                  <a:pt x="267" y="190"/>
                </a:lnTo>
                <a:lnTo>
                  <a:pt x="270" y="185"/>
                </a:lnTo>
                <a:lnTo>
                  <a:pt x="276" y="175"/>
                </a:lnTo>
                <a:lnTo>
                  <a:pt x="280" y="162"/>
                </a:lnTo>
                <a:lnTo>
                  <a:pt x="283" y="149"/>
                </a:lnTo>
                <a:lnTo>
                  <a:pt x="284" y="134"/>
                </a:lnTo>
                <a:lnTo>
                  <a:pt x="284" y="119"/>
                </a:lnTo>
                <a:lnTo>
                  <a:pt x="281" y="104"/>
                </a:lnTo>
                <a:lnTo>
                  <a:pt x="277" y="89"/>
                </a:lnTo>
                <a:lnTo>
                  <a:pt x="270" y="75"/>
                </a:lnTo>
                <a:lnTo>
                  <a:pt x="266" y="68"/>
                </a:lnTo>
                <a:lnTo>
                  <a:pt x="261" y="62"/>
                </a:lnTo>
                <a:lnTo>
                  <a:pt x="256" y="56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2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60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8"/>
                </a:lnTo>
                <a:lnTo>
                  <a:pt x="69" y="213"/>
                </a:lnTo>
                <a:lnTo>
                  <a:pt x="122" y="261"/>
                </a:lnTo>
                <a:lnTo>
                  <a:pt x="177" y="308"/>
                </a:lnTo>
                <a:lnTo>
                  <a:pt x="227" y="355"/>
                </a:lnTo>
                <a:lnTo>
                  <a:pt x="248" y="377"/>
                </a:lnTo>
                <a:lnTo>
                  <a:pt x="264" y="399"/>
                </a:lnTo>
                <a:lnTo>
                  <a:pt x="270" y="410"/>
                </a:lnTo>
                <a:lnTo>
                  <a:pt x="275" y="421"/>
                </a:lnTo>
                <a:lnTo>
                  <a:pt x="278" y="432"/>
                </a:lnTo>
                <a:lnTo>
                  <a:pt x="280" y="442"/>
                </a:lnTo>
                <a:lnTo>
                  <a:pt x="281" y="482"/>
                </a:lnTo>
                <a:lnTo>
                  <a:pt x="281" y="540"/>
                </a:lnTo>
                <a:lnTo>
                  <a:pt x="279" y="681"/>
                </a:lnTo>
                <a:lnTo>
                  <a:pt x="274" y="863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2581560" y="228168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H="1">
            <a:off x="2792520" y="2370240"/>
            <a:ext cx="43200" cy="43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H="1">
            <a:off x="2841839" y="2606760"/>
            <a:ext cx="60841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Straight Connector 35"/>
          <p:cNvSpPr/>
          <p:nvPr/>
        </p:nvSpPr>
        <p:spPr>
          <a:xfrm>
            <a:off x="2327040" y="2370240"/>
            <a:ext cx="43200" cy="43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>
            <a:off x="2260080" y="26067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6C6BA78B-0A2A-4FE1-A622-10B8DA016A47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0"/>
            <a:ext cx="10078920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8" h="15748">
                <a:moveTo>
                  <a:pt x="1037" y="582"/>
                </a:moveTo>
                <a:lnTo>
                  <a:pt x="1037" y="15126"/>
                </a:lnTo>
                <a:lnTo>
                  <a:pt x="26961" y="15126"/>
                </a:lnTo>
                <a:lnTo>
                  <a:pt x="26961" y="582"/>
                </a:lnTo>
                <a:close/>
                <a:moveTo>
                  <a:pt x="14000" y="15748"/>
                </a:moveTo>
                <a:lnTo>
                  <a:pt x="0" y="15748"/>
                </a:lnTo>
                <a:lnTo>
                  <a:pt x="0" y="0"/>
                </a:lnTo>
                <a:lnTo>
                  <a:pt x="27998" y="0"/>
                </a:lnTo>
                <a:lnTo>
                  <a:pt x="27998" y="15748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900000" y="3465719"/>
            <a:ext cx="1507319" cy="1795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88" h="4989">
                <a:moveTo>
                  <a:pt x="0" y="0"/>
                </a:moveTo>
                <a:lnTo>
                  <a:pt x="4188" y="0"/>
                </a:lnTo>
                <a:lnTo>
                  <a:pt x="4188" y="4989"/>
                </a:lnTo>
                <a:lnTo>
                  <a:pt x="0" y="4989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1280880" y="5189760"/>
            <a:ext cx="745559" cy="239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72" h="666">
                <a:moveTo>
                  <a:pt x="0" y="0"/>
                </a:moveTo>
                <a:lnTo>
                  <a:pt x="2072" y="0"/>
                </a:lnTo>
                <a:lnTo>
                  <a:pt x="2072" y="666"/>
                </a:lnTo>
                <a:lnTo>
                  <a:pt x="0" y="666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346040" y="5355360"/>
            <a:ext cx="615600" cy="239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1" h="667">
                <a:moveTo>
                  <a:pt x="0" y="0"/>
                </a:moveTo>
                <a:lnTo>
                  <a:pt x="1711" y="0"/>
                </a:lnTo>
                <a:lnTo>
                  <a:pt x="1711" y="667"/>
                </a:lnTo>
                <a:lnTo>
                  <a:pt x="0" y="667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292760" y="3941640"/>
            <a:ext cx="729720" cy="1319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28" h="3667">
                <a:moveTo>
                  <a:pt x="0" y="0"/>
                </a:moveTo>
                <a:lnTo>
                  <a:pt x="2028" y="0"/>
                </a:lnTo>
                <a:lnTo>
                  <a:pt x="2028" y="3667"/>
                </a:lnTo>
                <a:lnTo>
                  <a:pt x="0" y="3667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1617840" y="2832480"/>
            <a:ext cx="72000" cy="317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" h="882">
                <a:moveTo>
                  <a:pt x="0" y="0"/>
                </a:moveTo>
                <a:lnTo>
                  <a:pt x="201" y="0"/>
                </a:lnTo>
                <a:lnTo>
                  <a:pt x="201" y="882"/>
                </a:lnTo>
                <a:lnTo>
                  <a:pt x="0" y="882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467800" y="3187800"/>
            <a:ext cx="245880" cy="245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4" h="682">
                <a:moveTo>
                  <a:pt x="0" y="0"/>
                </a:moveTo>
                <a:lnTo>
                  <a:pt x="684" y="0"/>
                </a:lnTo>
                <a:lnTo>
                  <a:pt x="684" y="682"/>
                </a:lnTo>
                <a:lnTo>
                  <a:pt x="0" y="682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2665440" y="4138560"/>
            <a:ext cx="317880" cy="71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4" h="200">
                <a:moveTo>
                  <a:pt x="0" y="0"/>
                </a:moveTo>
                <a:lnTo>
                  <a:pt x="884" y="0"/>
                </a:lnTo>
                <a:lnTo>
                  <a:pt x="884" y="200"/>
                </a:lnTo>
                <a:lnTo>
                  <a:pt x="0" y="20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594000" y="3187800"/>
            <a:ext cx="245880" cy="245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4" h="682">
                <a:moveTo>
                  <a:pt x="0" y="0"/>
                </a:moveTo>
                <a:lnTo>
                  <a:pt x="684" y="0"/>
                </a:lnTo>
                <a:lnTo>
                  <a:pt x="684" y="682"/>
                </a:lnTo>
                <a:lnTo>
                  <a:pt x="0" y="682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324000" y="4138560"/>
            <a:ext cx="318240" cy="71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5" h="200">
                <a:moveTo>
                  <a:pt x="0" y="0"/>
                </a:moveTo>
                <a:lnTo>
                  <a:pt x="885" y="0"/>
                </a:lnTo>
                <a:lnTo>
                  <a:pt x="885" y="200"/>
                </a:lnTo>
                <a:lnTo>
                  <a:pt x="0" y="20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869759" y="3578040"/>
            <a:ext cx="1359720" cy="163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78" h="4536">
                <a:moveTo>
                  <a:pt x="1889" y="0"/>
                </a:moveTo>
                <a:lnTo>
                  <a:pt x="1889" y="0"/>
                </a:lnTo>
                <a:lnTo>
                  <a:pt x="1889" y="0"/>
                </a:lnTo>
                <a:lnTo>
                  <a:pt x="1761" y="4"/>
                </a:lnTo>
                <a:lnTo>
                  <a:pt x="1637" y="15"/>
                </a:lnTo>
                <a:lnTo>
                  <a:pt x="1517" y="34"/>
                </a:lnTo>
                <a:lnTo>
                  <a:pt x="1399" y="61"/>
                </a:lnTo>
                <a:lnTo>
                  <a:pt x="1284" y="96"/>
                </a:lnTo>
                <a:lnTo>
                  <a:pt x="1171" y="139"/>
                </a:lnTo>
                <a:lnTo>
                  <a:pt x="1058" y="191"/>
                </a:lnTo>
                <a:lnTo>
                  <a:pt x="945" y="252"/>
                </a:lnTo>
                <a:lnTo>
                  <a:pt x="836" y="319"/>
                </a:lnTo>
                <a:lnTo>
                  <a:pt x="734" y="391"/>
                </a:lnTo>
                <a:lnTo>
                  <a:pt x="639" y="467"/>
                </a:lnTo>
                <a:lnTo>
                  <a:pt x="551" y="549"/>
                </a:lnTo>
                <a:lnTo>
                  <a:pt x="469" y="637"/>
                </a:lnTo>
                <a:lnTo>
                  <a:pt x="392" y="732"/>
                </a:lnTo>
                <a:lnTo>
                  <a:pt x="320" y="833"/>
                </a:lnTo>
                <a:lnTo>
                  <a:pt x="253" y="942"/>
                </a:lnTo>
                <a:lnTo>
                  <a:pt x="192" y="1054"/>
                </a:lnTo>
                <a:lnTo>
                  <a:pt x="140" y="1167"/>
                </a:lnTo>
                <a:lnTo>
                  <a:pt x="97" y="1281"/>
                </a:lnTo>
                <a:lnTo>
                  <a:pt x="61" y="1395"/>
                </a:lnTo>
                <a:lnTo>
                  <a:pt x="34" y="1513"/>
                </a:lnTo>
                <a:lnTo>
                  <a:pt x="15" y="1633"/>
                </a:lnTo>
                <a:lnTo>
                  <a:pt x="4" y="1756"/>
                </a:lnTo>
                <a:lnTo>
                  <a:pt x="0" y="1884"/>
                </a:lnTo>
                <a:lnTo>
                  <a:pt x="0" y="1884"/>
                </a:lnTo>
                <a:lnTo>
                  <a:pt x="0" y="1884"/>
                </a:lnTo>
                <a:lnTo>
                  <a:pt x="4" y="2011"/>
                </a:lnTo>
                <a:lnTo>
                  <a:pt x="16" y="2135"/>
                </a:lnTo>
                <a:lnTo>
                  <a:pt x="35" y="2254"/>
                </a:lnTo>
                <a:lnTo>
                  <a:pt x="62" y="2371"/>
                </a:lnTo>
                <a:lnTo>
                  <a:pt x="97" y="2486"/>
                </a:lnTo>
                <a:lnTo>
                  <a:pt x="141" y="2599"/>
                </a:lnTo>
                <a:lnTo>
                  <a:pt x="193" y="2711"/>
                </a:lnTo>
                <a:lnTo>
                  <a:pt x="253" y="2823"/>
                </a:lnTo>
                <a:lnTo>
                  <a:pt x="320" y="2932"/>
                </a:lnTo>
                <a:lnTo>
                  <a:pt x="392" y="3033"/>
                </a:lnTo>
                <a:lnTo>
                  <a:pt x="469" y="3127"/>
                </a:lnTo>
                <a:lnTo>
                  <a:pt x="551" y="3215"/>
                </a:lnTo>
                <a:lnTo>
                  <a:pt x="640" y="3297"/>
                </a:lnTo>
                <a:lnTo>
                  <a:pt x="734" y="3374"/>
                </a:lnTo>
                <a:lnTo>
                  <a:pt x="836" y="3445"/>
                </a:lnTo>
                <a:lnTo>
                  <a:pt x="945" y="3513"/>
                </a:lnTo>
                <a:lnTo>
                  <a:pt x="1024" y="3556"/>
                </a:lnTo>
                <a:lnTo>
                  <a:pt x="1101" y="3594"/>
                </a:lnTo>
                <a:lnTo>
                  <a:pt x="1181" y="3628"/>
                </a:lnTo>
                <a:lnTo>
                  <a:pt x="1266" y="3660"/>
                </a:lnTo>
                <a:lnTo>
                  <a:pt x="1266" y="3660"/>
                </a:lnTo>
                <a:lnTo>
                  <a:pt x="1266" y="3660"/>
                </a:lnTo>
                <a:lnTo>
                  <a:pt x="1266" y="3660"/>
                </a:lnTo>
                <a:lnTo>
                  <a:pt x="1265" y="3660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2"/>
                </a:lnTo>
                <a:lnTo>
                  <a:pt x="1265" y="3662"/>
                </a:lnTo>
                <a:lnTo>
                  <a:pt x="1265" y="4315"/>
                </a:lnTo>
                <a:lnTo>
                  <a:pt x="1266" y="4337"/>
                </a:lnTo>
                <a:lnTo>
                  <a:pt x="1269" y="4360"/>
                </a:lnTo>
                <a:lnTo>
                  <a:pt x="1275" y="4381"/>
                </a:lnTo>
                <a:lnTo>
                  <a:pt x="1282" y="4401"/>
                </a:lnTo>
                <a:lnTo>
                  <a:pt x="1292" y="4420"/>
                </a:lnTo>
                <a:lnTo>
                  <a:pt x="1303" y="4439"/>
                </a:lnTo>
                <a:lnTo>
                  <a:pt x="1316" y="4456"/>
                </a:lnTo>
                <a:lnTo>
                  <a:pt x="1330" y="4471"/>
                </a:lnTo>
                <a:lnTo>
                  <a:pt x="1346" y="4486"/>
                </a:lnTo>
                <a:lnTo>
                  <a:pt x="1363" y="4498"/>
                </a:lnTo>
                <a:lnTo>
                  <a:pt x="1381" y="4509"/>
                </a:lnTo>
                <a:lnTo>
                  <a:pt x="1400" y="4518"/>
                </a:lnTo>
                <a:lnTo>
                  <a:pt x="1421" y="4526"/>
                </a:lnTo>
                <a:lnTo>
                  <a:pt x="1442" y="4531"/>
                </a:lnTo>
                <a:lnTo>
                  <a:pt x="1464" y="4535"/>
                </a:lnTo>
                <a:lnTo>
                  <a:pt x="1487" y="4536"/>
                </a:lnTo>
                <a:lnTo>
                  <a:pt x="2291" y="4536"/>
                </a:lnTo>
                <a:lnTo>
                  <a:pt x="2314" y="4535"/>
                </a:lnTo>
                <a:lnTo>
                  <a:pt x="2336" y="4531"/>
                </a:lnTo>
                <a:lnTo>
                  <a:pt x="2357" y="4526"/>
                </a:lnTo>
                <a:lnTo>
                  <a:pt x="2377" y="4518"/>
                </a:lnTo>
                <a:lnTo>
                  <a:pt x="2397" y="4509"/>
                </a:lnTo>
                <a:lnTo>
                  <a:pt x="2415" y="4498"/>
                </a:lnTo>
                <a:lnTo>
                  <a:pt x="2432" y="4486"/>
                </a:lnTo>
                <a:lnTo>
                  <a:pt x="2448" y="4471"/>
                </a:lnTo>
                <a:lnTo>
                  <a:pt x="2462" y="4456"/>
                </a:lnTo>
                <a:lnTo>
                  <a:pt x="2475" y="4439"/>
                </a:lnTo>
                <a:lnTo>
                  <a:pt x="2486" y="4420"/>
                </a:lnTo>
                <a:lnTo>
                  <a:pt x="2496" y="4401"/>
                </a:lnTo>
                <a:lnTo>
                  <a:pt x="2503" y="4381"/>
                </a:lnTo>
                <a:lnTo>
                  <a:pt x="2508" y="4360"/>
                </a:lnTo>
                <a:lnTo>
                  <a:pt x="2512" y="4337"/>
                </a:lnTo>
                <a:lnTo>
                  <a:pt x="2513" y="4315"/>
                </a:lnTo>
                <a:lnTo>
                  <a:pt x="2513" y="3662"/>
                </a:lnTo>
                <a:lnTo>
                  <a:pt x="2513" y="3660"/>
                </a:lnTo>
                <a:lnTo>
                  <a:pt x="2513" y="3660"/>
                </a:lnTo>
                <a:lnTo>
                  <a:pt x="2597" y="3628"/>
                </a:lnTo>
                <a:lnTo>
                  <a:pt x="2677" y="3594"/>
                </a:lnTo>
                <a:lnTo>
                  <a:pt x="2754" y="3556"/>
                </a:lnTo>
                <a:lnTo>
                  <a:pt x="2833" y="3513"/>
                </a:lnTo>
                <a:lnTo>
                  <a:pt x="2942" y="3446"/>
                </a:lnTo>
                <a:lnTo>
                  <a:pt x="3044" y="3374"/>
                </a:lnTo>
                <a:lnTo>
                  <a:pt x="3139" y="3298"/>
                </a:lnTo>
                <a:lnTo>
                  <a:pt x="3227" y="3216"/>
                </a:lnTo>
                <a:lnTo>
                  <a:pt x="3309" y="3128"/>
                </a:lnTo>
                <a:lnTo>
                  <a:pt x="3386" y="3033"/>
                </a:lnTo>
                <a:lnTo>
                  <a:pt x="3458" y="2932"/>
                </a:lnTo>
                <a:lnTo>
                  <a:pt x="3525" y="2823"/>
                </a:lnTo>
                <a:lnTo>
                  <a:pt x="3585" y="2711"/>
                </a:lnTo>
                <a:lnTo>
                  <a:pt x="3637" y="2599"/>
                </a:lnTo>
                <a:lnTo>
                  <a:pt x="3681" y="2486"/>
                </a:lnTo>
                <a:lnTo>
                  <a:pt x="3716" y="2371"/>
                </a:lnTo>
                <a:lnTo>
                  <a:pt x="3743" y="2254"/>
                </a:lnTo>
                <a:lnTo>
                  <a:pt x="3762" y="2135"/>
                </a:lnTo>
                <a:lnTo>
                  <a:pt x="3774" y="2011"/>
                </a:lnTo>
                <a:lnTo>
                  <a:pt x="3778" y="1884"/>
                </a:lnTo>
                <a:lnTo>
                  <a:pt x="3778" y="1884"/>
                </a:lnTo>
                <a:lnTo>
                  <a:pt x="3778" y="1884"/>
                </a:lnTo>
                <a:lnTo>
                  <a:pt x="3774" y="1756"/>
                </a:lnTo>
                <a:lnTo>
                  <a:pt x="3763" y="1633"/>
                </a:lnTo>
                <a:lnTo>
                  <a:pt x="3744" y="1513"/>
                </a:lnTo>
                <a:lnTo>
                  <a:pt x="3717" y="1395"/>
                </a:lnTo>
                <a:lnTo>
                  <a:pt x="3681" y="1281"/>
                </a:lnTo>
                <a:lnTo>
                  <a:pt x="3638" y="1167"/>
                </a:lnTo>
                <a:lnTo>
                  <a:pt x="3586" y="1054"/>
                </a:lnTo>
                <a:lnTo>
                  <a:pt x="3525" y="942"/>
                </a:lnTo>
                <a:lnTo>
                  <a:pt x="3458" y="833"/>
                </a:lnTo>
                <a:lnTo>
                  <a:pt x="3386" y="732"/>
                </a:lnTo>
                <a:lnTo>
                  <a:pt x="3309" y="637"/>
                </a:lnTo>
                <a:lnTo>
                  <a:pt x="3227" y="549"/>
                </a:lnTo>
                <a:lnTo>
                  <a:pt x="3138" y="467"/>
                </a:lnTo>
                <a:lnTo>
                  <a:pt x="3044" y="391"/>
                </a:lnTo>
                <a:lnTo>
                  <a:pt x="2942" y="319"/>
                </a:lnTo>
                <a:lnTo>
                  <a:pt x="2833" y="252"/>
                </a:lnTo>
                <a:lnTo>
                  <a:pt x="2720" y="191"/>
                </a:lnTo>
                <a:lnTo>
                  <a:pt x="2607" y="139"/>
                </a:lnTo>
                <a:lnTo>
                  <a:pt x="2493" y="96"/>
                </a:lnTo>
                <a:lnTo>
                  <a:pt x="2378" y="61"/>
                </a:lnTo>
                <a:lnTo>
                  <a:pt x="2261" y="34"/>
                </a:lnTo>
                <a:lnTo>
                  <a:pt x="2141" y="15"/>
                </a:lnTo>
                <a:lnTo>
                  <a:pt x="2017" y="4"/>
                </a:lnTo>
                <a:close/>
              </a:path>
            </a:pathLst>
          </a:custGeom>
          <a:noFill/>
          <a:ln w="68400" cap="sq">
            <a:solidFill>
              <a:srgbClr val="F2C02C"/>
            </a:solidFill>
            <a:prstDash val="solid"/>
            <a:miter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1230839" y="5211000"/>
            <a:ext cx="637920" cy="15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73" h="443">
                <a:moveTo>
                  <a:pt x="886" y="443"/>
                </a:moveTo>
                <a:lnTo>
                  <a:pt x="1551" y="443"/>
                </a:lnTo>
                <a:lnTo>
                  <a:pt x="1574" y="442"/>
                </a:lnTo>
                <a:lnTo>
                  <a:pt x="1596" y="439"/>
                </a:lnTo>
                <a:lnTo>
                  <a:pt x="1617" y="433"/>
                </a:lnTo>
                <a:lnTo>
                  <a:pt x="1637" y="426"/>
                </a:lnTo>
                <a:lnTo>
                  <a:pt x="1656" y="416"/>
                </a:lnTo>
                <a:lnTo>
                  <a:pt x="1675" y="405"/>
                </a:lnTo>
                <a:lnTo>
                  <a:pt x="1692" y="393"/>
                </a:lnTo>
                <a:lnTo>
                  <a:pt x="1708" y="378"/>
                </a:lnTo>
                <a:lnTo>
                  <a:pt x="1722" y="363"/>
                </a:lnTo>
                <a:lnTo>
                  <a:pt x="1735" y="346"/>
                </a:lnTo>
                <a:lnTo>
                  <a:pt x="1746" y="328"/>
                </a:lnTo>
                <a:lnTo>
                  <a:pt x="1755" y="308"/>
                </a:lnTo>
                <a:lnTo>
                  <a:pt x="1763" y="288"/>
                </a:lnTo>
                <a:lnTo>
                  <a:pt x="1768" y="267"/>
                </a:lnTo>
                <a:lnTo>
                  <a:pt x="1772" y="245"/>
                </a:lnTo>
                <a:lnTo>
                  <a:pt x="1773" y="222"/>
                </a:lnTo>
                <a:lnTo>
                  <a:pt x="1772" y="199"/>
                </a:lnTo>
                <a:lnTo>
                  <a:pt x="1768" y="177"/>
                </a:lnTo>
                <a:lnTo>
                  <a:pt x="1763" y="156"/>
                </a:lnTo>
                <a:lnTo>
                  <a:pt x="1755" y="136"/>
                </a:lnTo>
                <a:lnTo>
                  <a:pt x="1746" y="116"/>
                </a:lnTo>
                <a:lnTo>
                  <a:pt x="1735" y="98"/>
                </a:lnTo>
                <a:lnTo>
                  <a:pt x="1722" y="81"/>
                </a:lnTo>
                <a:lnTo>
                  <a:pt x="1708" y="65"/>
                </a:lnTo>
                <a:lnTo>
                  <a:pt x="1692" y="51"/>
                </a:lnTo>
                <a:lnTo>
                  <a:pt x="1675" y="38"/>
                </a:lnTo>
                <a:lnTo>
                  <a:pt x="1656" y="27"/>
                </a:lnTo>
                <a:lnTo>
                  <a:pt x="1637" y="17"/>
                </a:lnTo>
                <a:lnTo>
                  <a:pt x="1617" y="10"/>
                </a:lnTo>
                <a:lnTo>
                  <a:pt x="1596" y="5"/>
                </a:lnTo>
                <a:lnTo>
                  <a:pt x="1574" y="1"/>
                </a:lnTo>
                <a:lnTo>
                  <a:pt x="1551" y="0"/>
                </a:lnTo>
                <a:lnTo>
                  <a:pt x="221" y="0"/>
                </a:lnTo>
                <a:lnTo>
                  <a:pt x="198" y="1"/>
                </a:lnTo>
                <a:lnTo>
                  <a:pt x="176" y="5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1"/>
                </a:lnTo>
                <a:lnTo>
                  <a:pt x="65" y="65"/>
                </a:lnTo>
                <a:lnTo>
                  <a:pt x="50" y="81"/>
                </a:lnTo>
                <a:lnTo>
                  <a:pt x="38" y="98"/>
                </a:lnTo>
                <a:lnTo>
                  <a:pt x="27" y="116"/>
                </a:lnTo>
                <a:lnTo>
                  <a:pt x="17" y="136"/>
                </a:lnTo>
                <a:lnTo>
                  <a:pt x="10" y="156"/>
                </a:lnTo>
                <a:lnTo>
                  <a:pt x="4" y="177"/>
                </a:lnTo>
                <a:lnTo>
                  <a:pt x="1" y="199"/>
                </a:lnTo>
                <a:lnTo>
                  <a:pt x="0" y="222"/>
                </a:lnTo>
                <a:lnTo>
                  <a:pt x="1" y="245"/>
                </a:lnTo>
                <a:lnTo>
                  <a:pt x="4" y="267"/>
                </a:lnTo>
                <a:lnTo>
                  <a:pt x="10" y="288"/>
                </a:lnTo>
                <a:lnTo>
                  <a:pt x="17" y="308"/>
                </a:lnTo>
                <a:lnTo>
                  <a:pt x="27" y="328"/>
                </a:lnTo>
                <a:lnTo>
                  <a:pt x="38" y="346"/>
                </a:lnTo>
                <a:lnTo>
                  <a:pt x="50" y="363"/>
                </a:lnTo>
                <a:lnTo>
                  <a:pt x="65" y="378"/>
                </a:lnTo>
                <a:lnTo>
                  <a:pt x="80" y="393"/>
                </a:lnTo>
                <a:lnTo>
                  <a:pt x="97" y="405"/>
                </a:lnTo>
                <a:lnTo>
                  <a:pt x="116" y="416"/>
                </a:lnTo>
                <a:lnTo>
                  <a:pt x="135" y="426"/>
                </a:lnTo>
                <a:lnTo>
                  <a:pt x="155" y="433"/>
                </a:lnTo>
                <a:lnTo>
                  <a:pt x="176" y="439"/>
                </a:lnTo>
                <a:lnTo>
                  <a:pt x="198" y="442"/>
                </a:lnTo>
                <a:lnTo>
                  <a:pt x="221" y="443"/>
                </a:lnTo>
                <a:close/>
              </a:path>
            </a:pathLst>
          </a:cu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1292400" y="5368320"/>
            <a:ext cx="514800" cy="158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31" h="442">
                <a:moveTo>
                  <a:pt x="715" y="442"/>
                </a:moveTo>
                <a:lnTo>
                  <a:pt x="1209" y="442"/>
                </a:lnTo>
                <a:lnTo>
                  <a:pt x="1232" y="441"/>
                </a:lnTo>
                <a:lnTo>
                  <a:pt x="1254" y="437"/>
                </a:lnTo>
                <a:lnTo>
                  <a:pt x="1275" y="432"/>
                </a:lnTo>
                <a:lnTo>
                  <a:pt x="1295" y="425"/>
                </a:lnTo>
                <a:lnTo>
                  <a:pt x="1315" y="415"/>
                </a:lnTo>
                <a:lnTo>
                  <a:pt x="1333" y="404"/>
                </a:lnTo>
                <a:lnTo>
                  <a:pt x="1350" y="391"/>
                </a:lnTo>
                <a:lnTo>
                  <a:pt x="1366" y="377"/>
                </a:lnTo>
                <a:lnTo>
                  <a:pt x="1380" y="362"/>
                </a:lnTo>
                <a:lnTo>
                  <a:pt x="1393" y="345"/>
                </a:lnTo>
                <a:lnTo>
                  <a:pt x="1404" y="326"/>
                </a:lnTo>
                <a:lnTo>
                  <a:pt x="1413" y="307"/>
                </a:lnTo>
                <a:lnTo>
                  <a:pt x="1421" y="287"/>
                </a:lnTo>
                <a:lnTo>
                  <a:pt x="1426" y="266"/>
                </a:lnTo>
                <a:lnTo>
                  <a:pt x="1430" y="244"/>
                </a:lnTo>
                <a:lnTo>
                  <a:pt x="1431" y="221"/>
                </a:lnTo>
                <a:lnTo>
                  <a:pt x="1431" y="221"/>
                </a:lnTo>
                <a:lnTo>
                  <a:pt x="1430" y="198"/>
                </a:lnTo>
                <a:lnTo>
                  <a:pt x="1426" y="176"/>
                </a:lnTo>
                <a:lnTo>
                  <a:pt x="1421" y="155"/>
                </a:lnTo>
                <a:lnTo>
                  <a:pt x="1413" y="135"/>
                </a:lnTo>
                <a:lnTo>
                  <a:pt x="1404" y="116"/>
                </a:lnTo>
                <a:lnTo>
                  <a:pt x="1393" y="97"/>
                </a:lnTo>
                <a:lnTo>
                  <a:pt x="1380" y="80"/>
                </a:lnTo>
                <a:lnTo>
                  <a:pt x="1366" y="65"/>
                </a:lnTo>
                <a:lnTo>
                  <a:pt x="1350" y="50"/>
                </a:lnTo>
                <a:lnTo>
                  <a:pt x="1333" y="38"/>
                </a:lnTo>
                <a:lnTo>
                  <a:pt x="1315" y="27"/>
                </a:lnTo>
                <a:lnTo>
                  <a:pt x="1295" y="17"/>
                </a:lnTo>
                <a:lnTo>
                  <a:pt x="1275" y="10"/>
                </a:lnTo>
                <a:lnTo>
                  <a:pt x="1254" y="4"/>
                </a:lnTo>
                <a:lnTo>
                  <a:pt x="1232" y="1"/>
                </a:lnTo>
                <a:lnTo>
                  <a:pt x="1209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0" y="221"/>
                </a:lnTo>
                <a:lnTo>
                  <a:pt x="1" y="244"/>
                </a:lnTo>
                <a:lnTo>
                  <a:pt x="4" y="266"/>
                </a:lnTo>
                <a:lnTo>
                  <a:pt x="10" y="287"/>
                </a:lnTo>
                <a:lnTo>
                  <a:pt x="17" y="307"/>
                </a:lnTo>
                <a:lnTo>
                  <a:pt x="27" y="326"/>
                </a:lnTo>
                <a:lnTo>
                  <a:pt x="38" y="345"/>
                </a:lnTo>
                <a:lnTo>
                  <a:pt x="50" y="362"/>
                </a:lnTo>
                <a:lnTo>
                  <a:pt x="65" y="377"/>
                </a:lnTo>
                <a:lnTo>
                  <a:pt x="80" y="391"/>
                </a:lnTo>
                <a:lnTo>
                  <a:pt x="97" y="404"/>
                </a:lnTo>
                <a:lnTo>
                  <a:pt x="116" y="415"/>
                </a:lnTo>
                <a:lnTo>
                  <a:pt x="135" y="425"/>
                </a:lnTo>
                <a:lnTo>
                  <a:pt x="155" y="432"/>
                </a:lnTo>
                <a:lnTo>
                  <a:pt x="176" y="437"/>
                </a:lnTo>
                <a:lnTo>
                  <a:pt x="198" y="441"/>
                </a:lnTo>
                <a:lnTo>
                  <a:pt x="221" y="442"/>
                </a:lnTo>
                <a:close/>
              </a:path>
            </a:pathLst>
          </a:cu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1242000" y="4029120"/>
            <a:ext cx="622800" cy="1181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31" h="3283">
                <a:moveTo>
                  <a:pt x="628" y="3283"/>
                </a:moveTo>
                <a:lnTo>
                  <a:pt x="642" y="2455"/>
                </a:lnTo>
                <a:lnTo>
                  <a:pt x="649" y="2018"/>
                </a:lnTo>
                <a:lnTo>
                  <a:pt x="658" y="1735"/>
                </a:lnTo>
                <a:lnTo>
                  <a:pt x="664" y="1685"/>
                </a:lnTo>
                <a:lnTo>
                  <a:pt x="676" y="1638"/>
                </a:lnTo>
                <a:lnTo>
                  <a:pt x="694" y="1593"/>
                </a:lnTo>
                <a:lnTo>
                  <a:pt x="717" y="1550"/>
                </a:lnTo>
                <a:lnTo>
                  <a:pt x="744" y="1509"/>
                </a:lnTo>
                <a:lnTo>
                  <a:pt x="776" y="1471"/>
                </a:lnTo>
                <a:lnTo>
                  <a:pt x="850" y="1399"/>
                </a:lnTo>
                <a:lnTo>
                  <a:pt x="936" y="1332"/>
                </a:lnTo>
                <a:lnTo>
                  <a:pt x="1031" y="1270"/>
                </a:lnTo>
                <a:lnTo>
                  <a:pt x="1234" y="1149"/>
                </a:lnTo>
                <a:lnTo>
                  <a:pt x="1432" y="1025"/>
                </a:lnTo>
                <a:lnTo>
                  <a:pt x="1520" y="957"/>
                </a:lnTo>
                <a:lnTo>
                  <a:pt x="1598" y="884"/>
                </a:lnTo>
                <a:lnTo>
                  <a:pt x="1631" y="844"/>
                </a:lnTo>
                <a:lnTo>
                  <a:pt x="1660" y="803"/>
                </a:lnTo>
                <a:lnTo>
                  <a:pt x="1685" y="759"/>
                </a:lnTo>
                <a:lnTo>
                  <a:pt x="1705" y="713"/>
                </a:lnTo>
                <a:lnTo>
                  <a:pt x="1720" y="665"/>
                </a:lnTo>
                <a:lnTo>
                  <a:pt x="1728" y="613"/>
                </a:lnTo>
                <a:lnTo>
                  <a:pt x="1731" y="558"/>
                </a:lnTo>
                <a:lnTo>
                  <a:pt x="1727" y="501"/>
                </a:lnTo>
                <a:lnTo>
                  <a:pt x="1718" y="454"/>
                </a:lnTo>
                <a:lnTo>
                  <a:pt x="1704" y="414"/>
                </a:lnTo>
                <a:lnTo>
                  <a:pt x="1685" y="378"/>
                </a:lnTo>
                <a:lnTo>
                  <a:pt x="1661" y="348"/>
                </a:lnTo>
                <a:lnTo>
                  <a:pt x="1633" y="323"/>
                </a:lnTo>
                <a:lnTo>
                  <a:pt x="1601" y="302"/>
                </a:lnTo>
                <a:lnTo>
                  <a:pt x="1566" y="286"/>
                </a:lnTo>
                <a:lnTo>
                  <a:pt x="1528" y="275"/>
                </a:lnTo>
                <a:lnTo>
                  <a:pt x="1487" y="267"/>
                </a:lnTo>
                <a:lnTo>
                  <a:pt x="1445" y="263"/>
                </a:lnTo>
                <a:lnTo>
                  <a:pt x="1355" y="267"/>
                </a:lnTo>
                <a:lnTo>
                  <a:pt x="1263" y="283"/>
                </a:lnTo>
                <a:lnTo>
                  <a:pt x="1171" y="310"/>
                </a:lnTo>
                <a:lnTo>
                  <a:pt x="1082" y="347"/>
                </a:lnTo>
                <a:lnTo>
                  <a:pt x="1001" y="391"/>
                </a:lnTo>
                <a:lnTo>
                  <a:pt x="929" y="441"/>
                </a:lnTo>
                <a:lnTo>
                  <a:pt x="899" y="468"/>
                </a:lnTo>
                <a:lnTo>
                  <a:pt x="872" y="496"/>
                </a:lnTo>
                <a:lnTo>
                  <a:pt x="849" y="524"/>
                </a:lnTo>
                <a:lnTo>
                  <a:pt x="831" y="553"/>
                </a:lnTo>
                <a:lnTo>
                  <a:pt x="819" y="582"/>
                </a:lnTo>
                <a:lnTo>
                  <a:pt x="811" y="610"/>
                </a:lnTo>
                <a:lnTo>
                  <a:pt x="810" y="639"/>
                </a:lnTo>
                <a:lnTo>
                  <a:pt x="815" y="667"/>
                </a:lnTo>
                <a:lnTo>
                  <a:pt x="827" y="695"/>
                </a:lnTo>
                <a:lnTo>
                  <a:pt x="846" y="721"/>
                </a:lnTo>
                <a:lnTo>
                  <a:pt x="864" y="739"/>
                </a:lnTo>
                <a:lnTo>
                  <a:pt x="881" y="753"/>
                </a:lnTo>
                <a:lnTo>
                  <a:pt x="898" y="763"/>
                </a:lnTo>
                <a:lnTo>
                  <a:pt x="915" y="769"/>
                </a:lnTo>
                <a:lnTo>
                  <a:pt x="932" y="771"/>
                </a:lnTo>
                <a:lnTo>
                  <a:pt x="948" y="770"/>
                </a:lnTo>
                <a:lnTo>
                  <a:pt x="964" y="766"/>
                </a:lnTo>
                <a:lnTo>
                  <a:pt x="979" y="759"/>
                </a:lnTo>
                <a:lnTo>
                  <a:pt x="993" y="749"/>
                </a:lnTo>
                <a:lnTo>
                  <a:pt x="1007" y="736"/>
                </a:lnTo>
                <a:lnTo>
                  <a:pt x="1019" y="721"/>
                </a:lnTo>
                <a:lnTo>
                  <a:pt x="1031" y="704"/>
                </a:lnTo>
                <a:lnTo>
                  <a:pt x="1052" y="664"/>
                </a:lnTo>
                <a:lnTo>
                  <a:pt x="1068" y="617"/>
                </a:lnTo>
                <a:lnTo>
                  <a:pt x="1079" y="565"/>
                </a:lnTo>
                <a:lnTo>
                  <a:pt x="1083" y="510"/>
                </a:lnTo>
                <a:lnTo>
                  <a:pt x="1082" y="453"/>
                </a:lnTo>
                <a:lnTo>
                  <a:pt x="1073" y="395"/>
                </a:lnTo>
                <a:lnTo>
                  <a:pt x="1056" y="338"/>
                </a:lnTo>
                <a:lnTo>
                  <a:pt x="1031" y="284"/>
                </a:lnTo>
                <a:lnTo>
                  <a:pt x="1015" y="259"/>
                </a:lnTo>
                <a:lnTo>
                  <a:pt x="996" y="235"/>
                </a:lnTo>
                <a:lnTo>
                  <a:pt x="976" y="212"/>
                </a:lnTo>
                <a:lnTo>
                  <a:pt x="952" y="191"/>
                </a:lnTo>
                <a:lnTo>
                  <a:pt x="921" y="167"/>
                </a:lnTo>
                <a:lnTo>
                  <a:pt x="880" y="141"/>
                </a:lnTo>
                <a:lnTo>
                  <a:pt x="831" y="114"/>
                </a:lnTo>
                <a:lnTo>
                  <a:pt x="774" y="87"/>
                </a:lnTo>
                <a:lnTo>
                  <a:pt x="712" y="61"/>
                </a:lnTo>
                <a:lnTo>
                  <a:pt x="646" y="38"/>
                </a:lnTo>
                <a:lnTo>
                  <a:pt x="576" y="19"/>
                </a:lnTo>
                <a:lnTo>
                  <a:pt x="504" y="6"/>
                </a:lnTo>
                <a:lnTo>
                  <a:pt x="432" y="0"/>
                </a:lnTo>
                <a:lnTo>
                  <a:pt x="360" y="2"/>
                </a:lnTo>
                <a:lnTo>
                  <a:pt x="290" y="14"/>
                </a:lnTo>
                <a:lnTo>
                  <a:pt x="257" y="24"/>
                </a:lnTo>
                <a:lnTo>
                  <a:pt x="224" y="37"/>
                </a:lnTo>
                <a:lnTo>
                  <a:pt x="193" y="54"/>
                </a:lnTo>
                <a:lnTo>
                  <a:pt x="162" y="73"/>
                </a:lnTo>
                <a:lnTo>
                  <a:pt x="134" y="96"/>
                </a:lnTo>
                <a:lnTo>
                  <a:pt x="107" y="123"/>
                </a:lnTo>
                <a:lnTo>
                  <a:pt x="81" y="153"/>
                </a:lnTo>
                <a:lnTo>
                  <a:pt x="58" y="188"/>
                </a:lnTo>
                <a:lnTo>
                  <a:pt x="37" y="226"/>
                </a:lnTo>
                <a:lnTo>
                  <a:pt x="18" y="270"/>
                </a:lnTo>
                <a:lnTo>
                  <a:pt x="5" y="313"/>
                </a:lnTo>
                <a:lnTo>
                  <a:pt x="0" y="357"/>
                </a:lnTo>
                <a:lnTo>
                  <a:pt x="2" y="401"/>
                </a:lnTo>
                <a:lnTo>
                  <a:pt x="10" y="445"/>
                </a:lnTo>
                <a:lnTo>
                  <a:pt x="25" y="490"/>
                </a:lnTo>
                <a:lnTo>
                  <a:pt x="46" y="535"/>
                </a:lnTo>
                <a:lnTo>
                  <a:pt x="102" y="626"/>
                </a:lnTo>
                <a:lnTo>
                  <a:pt x="176" y="717"/>
                </a:lnTo>
                <a:lnTo>
                  <a:pt x="264" y="809"/>
                </a:lnTo>
                <a:lnTo>
                  <a:pt x="465" y="992"/>
                </a:lnTo>
                <a:lnTo>
                  <a:pt x="675" y="1173"/>
                </a:lnTo>
                <a:lnTo>
                  <a:pt x="866" y="1349"/>
                </a:lnTo>
                <a:lnTo>
                  <a:pt x="945" y="1435"/>
                </a:lnTo>
                <a:lnTo>
                  <a:pt x="1007" y="1520"/>
                </a:lnTo>
                <a:lnTo>
                  <a:pt x="1030" y="1561"/>
                </a:lnTo>
                <a:lnTo>
                  <a:pt x="1049" y="1602"/>
                </a:lnTo>
                <a:lnTo>
                  <a:pt x="1061" y="1642"/>
                </a:lnTo>
                <a:lnTo>
                  <a:pt x="1067" y="1681"/>
                </a:lnTo>
                <a:lnTo>
                  <a:pt x="1072" y="1834"/>
                </a:lnTo>
                <a:lnTo>
                  <a:pt x="1072" y="2054"/>
                </a:lnTo>
                <a:lnTo>
                  <a:pt x="1062" y="2591"/>
                </a:lnTo>
                <a:lnTo>
                  <a:pt x="1041" y="3283"/>
                </a:lnTo>
                <a:close/>
              </a:path>
            </a:pathLst>
          </a:cu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>
            <a:off x="1549800" y="2977920"/>
            <a:ext cx="0" cy="232559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2355120" y="3314879"/>
            <a:ext cx="164880" cy="164521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2542320" y="4215240"/>
            <a:ext cx="233280" cy="0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579600" y="3314879"/>
            <a:ext cx="165240" cy="164521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324360" y="4215240"/>
            <a:ext cx="233280" cy="0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1421280" y="783359"/>
            <a:ext cx="857880" cy="528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70">
                <a:moveTo>
                  <a:pt x="0" y="0"/>
                </a:moveTo>
                <a:lnTo>
                  <a:pt x="2384" y="0"/>
                </a:lnTo>
                <a:lnTo>
                  <a:pt x="2384" y="1470"/>
                </a:lnTo>
                <a:lnTo>
                  <a:pt x="0" y="1470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1421280" y="2422800"/>
            <a:ext cx="857880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69">
                <a:moveTo>
                  <a:pt x="0" y="0"/>
                </a:moveTo>
                <a:lnTo>
                  <a:pt x="2384" y="0"/>
                </a:lnTo>
                <a:lnTo>
                  <a:pt x="2384" y="1469"/>
                </a:lnTo>
                <a:lnTo>
                  <a:pt x="0" y="1469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5708880" y="2422800"/>
            <a:ext cx="857519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5708880" y="4061520"/>
            <a:ext cx="857519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1352520" y="720000"/>
            <a:ext cx="857519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vert="horz" wrap="none" lIns="116280" tIns="71280" rIns="116280" bIns="71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1352520" y="2359080"/>
            <a:ext cx="857519" cy="528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70">
                <a:moveTo>
                  <a:pt x="0" y="0"/>
                </a:moveTo>
                <a:lnTo>
                  <a:pt x="2383" y="0"/>
                </a:lnTo>
                <a:lnTo>
                  <a:pt x="2383" y="1470"/>
                </a:lnTo>
                <a:lnTo>
                  <a:pt x="0" y="1470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vert="horz" wrap="none" lIns="116280" tIns="71280" rIns="116280" bIns="71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5639760" y="2359080"/>
            <a:ext cx="857880" cy="528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70">
                <a:moveTo>
                  <a:pt x="0" y="0"/>
                </a:moveTo>
                <a:lnTo>
                  <a:pt x="2384" y="0"/>
                </a:lnTo>
                <a:lnTo>
                  <a:pt x="2384" y="1470"/>
                </a:lnTo>
                <a:lnTo>
                  <a:pt x="0" y="1470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vert="horz" wrap="none" lIns="116280" tIns="71280" rIns="116280" bIns="71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5639760" y="3998160"/>
            <a:ext cx="857880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69">
                <a:moveTo>
                  <a:pt x="0" y="0"/>
                </a:moveTo>
                <a:lnTo>
                  <a:pt x="2384" y="0"/>
                </a:lnTo>
                <a:lnTo>
                  <a:pt x="2384" y="1469"/>
                </a:lnTo>
                <a:lnTo>
                  <a:pt x="0" y="1469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vert="horz" wrap="none" lIns="116280" tIns="71280" rIns="116280" bIns="71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606320" y="82044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1818719" y="825480"/>
            <a:ext cx="137160" cy="318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2" h="885">
                <a:moveTo>
                  <a:pt x="382" y="885"/>
                </a:moveTo>
                <a:lnTo>
                  <a:pt x="220" y="885"/>
                </a:lnTo>
                <a:lnTo>
                  <a:pt x="220" y="366"/>
                </a:lnTo>
                <a:lnTo>
                  <a:pt x="220" y="322"/>
                </a:lnTo>
                <a:lnTo>
                  <a:pt x="222" y="274"/>
                </a:lnTo>
                <a:lnTo>
                  <a:pt x="228" y="171"/>
                </a:lnTo>
                <a:lnTo>
                  <a:pt x="227" y="173"/>
                </a:lnTo>
                <a:lnTo>
                  <a:pt x="225" y="175"/>
                </a:lnTo>
                <a:lnTo>
                  <a:pt x="218" y="183"/>
                </a:lnTo>
                <a:lnTo>
                  <a:pt x="197" y="208"/>
                </a:lnTo>
                <a:lnTo>
                  <a:pt x="180" y="226"/>
                </a:lnTo>
                <a:lnTo>
                  <a:pt x="157" y="251"/>
                </a:lnTo>
                <a:lnTo>
                  <a:pt x="92" y="318"/>
                </a:lnTo>
                <a:lnTo>
                  <a:pt x="0" y="218"/>
                </a:lnTo>
                <a:lnTo>
                  <a:pt x="236" y="0"/>
                </a:lnTo>
                <a:lnTo>
                  <a:pt x="382" y="0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1606320" y="245988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1810800" y="2460240"/>
            <a:ext cx="173520" cy="322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" h="898">
                <a:moveTo>
                  <a:pt x="483" y="898"/>
                </a:moveTo>
                <a:lnTo>
                  <a:pt x="8" y="898"/>
                </a:lnTo>
                <a:lnTo>
                  <a:pt x="8" y="775"/>
                </a:lnTo>
                <a:lnTo>
                  <a:pt x="165" y="552"/>
                </a:lnTo>
                <a:lnTo>
                  <a:pt x="220" y="472"/>
                </a:lnTo>
                <a:lnTo>
                  <a:pt x="240" y="441"/>
                </a:lnTo>
                <a:lnTo>
                  <a:pt x="254" y="416"/>
                </a:lnTo>
                <a:lnTo>
                  <a:pt x="266" y="393"/>
                </a:lnTo>
                <a:lnTo>
                  <a:pt x="275" y="372"/>
                </a:lnTo>
                <a:lnTo>
                  <a:pt x="283" y="351"/>
                </a:lnTo>
                <a:lnTo>
                  <a:pt x="287" y="340"/>
                </a:lnTo>
                <a:lnTo>
                  <a:pt x="290" y="330"/>
                </a:lnTo>
                <a:lnTo>
                  <a:pt x="293" y="320"/>
                </a:lnTo>
                <a:lnTo>
                  <a:pt x="295" y="310"/>
                </a:lnTo>
                <a:lnTo>
                  <a:pt x="297" y="299"/>
                </a:lnTo>
                <a:lnTo>
                  <a:pt x="299" y="289"/>
                </a:lnTo>
                <a:lnTo>
                  <a:pt x="300" y="278"/>
                </a:lnTo>
                <a:lnTo>
                  <a:pt x="301" y="267"/>
                </a:lnTo>
                <a:lnTo>
                  <a:pt x="301" y="257"/>
                </a:lnTo>
                <a:lnTo>
                  <a:pt x="302" y="246"/>
                </a:lnTo>
                <a:lnTo>
                  <a:pt x="301" y="233"/>
                </a:lnTo>
                <a:lnTo>
                  <a:pt x="300" y="222"/>
                </a:lnTo>
                <a:lnTo>
                  <a:pt x="298" y="211"/>
                </a:lnTo>
                <a:lnTo>
                  <a:pt x="296" y="201"/>
                </a:lnTo>
                <a:lnTo>
                  <a:pt x="293" y="192"/>
                </a:lnTo>
                <a:lnTo>
                  <a:pt x="291" y="188"/>
                </a:lnTo>
                <a:lnTo>
                  <a:pt x="289" y="184"/>
                </a:lnTo>
                <a:lnTo>
                  <a:pt x="287" y="180"/>
                </a:lnTo>
                <a:lnTo>
                  <a:pt x="284" y="176"/>
                </a:lnTo>
                <a:lnTo>
                  <a:pt x="282" y="173"/>
                </a:lnTo>
                <a:lnTo>
                  <a:pt x="279" y="169"/>
                </a:lnTo>
                <a:lnTo>
                  <a:pt x="276" y="166"/>
                </a:lnTo>
                <a:lnTo>
                  <a:pt x="273" y="164"/>
                </a:lnTo>
                <a:lnTo>
                  <a:pt x="270" y="161"/>
                </a:lnTo>
                <a:lnTo>
                  <a:pt x="267" y="158"/>
                </a:lnTo>
                <a:lnTo>
                  <a:pt x="263" y="156"/>
                </a:lnTo>
                <a:lnTo>
                  <a:pt x="260" y="154"/>
                </a:lnTo>
                <a:lnTo>
                  <a:pt x="256" y="152"/>
                </a:lnTo>
                <a:lnTo>
                  <a:pt x="253" y="150"/>
                </a:lnTo>
                <a:lnTo>
                  <a:pt x="249" y="149"/>
                </a:lnTo>
                <a:lnTo>
                  <a:pt x="245" y="148"/>
                </a:lnTo>
                <a:lnTo>
                  <a:pt x="241" y="147"/>
                </a:lnTo>
                <a:lnTo>
                  <a:pt x="237" y="146"/>
                </a:lnTo>
                <a:lnTo>
                  <a:pt x="229" y="144"/>
                </a:lnTo>
                <a:lnTo>
                  <a:pt x="220" y="144"/>
                </a:lnTo>
                <a:lnTo>
                  <a:pt x="212" y="144"/>
                </a:lnTo>
                <a:lnTo>
                  <a:pt x="204" y="145"/>
                </a:lnTo>
                <a:lnTo>
                  <a:pt x="196" y="146"/>
                </a:lnTo>
                <a:lnTo>
                  <a:pt x="189" y="148"/>
                </a:lnTo>
                <a:lnTo>
                  <a:pt x="181" y="151"/>
                </a:lnTo>
                <a:lnTo>
                  <a:pt x="174" y="154"/>
                </a:lnTo>
                <a:lnTo>
                  <a:pt x="167" y="157"/>
                </a:lnTo>
                <a:lnTo>
                  <a:pt x="160" y="161"/>
                </a:lnTo>
                <a:lnTo>
                  <a:pt x="153" y="166"/>
                </a:lnTo>
                <a:lnTo>
                  <a:pt x="145" y="171"/>
                </a:lnTo>
                <a:lnTo>
                  <a:pt x="137" y="178"/>
                </a:lnTo>
                <a:lnTo>
                  <a:pt x="129" y="185"/>
                </a:lnTo>
                <a:lnTo>
                  <a:pt x="111" y="202"/>
                </a:lnTo>
                <a:lnTo>
                  <a:pt x="92" y="222"/>
                </a:lnTo>
                <a:lnTo>
                  <a:pt x="0" y="125"/>
                </a:lnTo>
                <a:lnTo>
                  <a:pt x="16" y="108"/>
                </a:lnTo>
                <a:lnTo>
                  <a:pt x="31" y="92"/>
                </a:lnTo>
                <a:lnTo>
                  <a:pt x="46" y="78"/>
                </a:lnTo>
                <a:lnTo>
                  <a:pt x="61" y="65"/>
                </a:lnTo>
                <a:lnTo>
                  <a:pt x="76" y="53"/>
                </a:lnTo>
                <a:lnTo>
                  <a:pt x="90" y="43"/>
                </a:lnTo>
                <a:lnTo>
                  <a:pt x="104" y="34"/>
                </a:lnTo>
                <a:lnTo>
                  <a:pt x="118" y="27"/>
                </a:lnTo>
                <a:lnTo>
                  <a:pt x="132" y="20"/>
                </a:lnTo>
                <a:lnTo>
                  <a:pt x="146" y="15"/>
                </a:lnTo>
                <a:lnTo>
                  <a:pt x="160" y="10"/>
                </a:lnTo>
                <a:lnTo>
                  <a:pt x="175" y="7"/>
                </a:lnTo>
                <a:lnTo>
                  <a:pt x="190" y="4"/>
                </a:lnTo>
                <a:lnTo>
                  <a:pt x="205" y="2"/>
                </a:lnTo>
                <a:lnTo>
                  <a:pt x="220" y="0"/>
                </a:lnTo>
                <a:lnTo>
                  <a:pt x="236" y="0"/>
                </a:lnTo>
                <a:lnTo>
                  <a:pt x="262" y="1"/>
                </a:lnTo>
                <a:lnTo>
                  <a:pt x="287" y="4"/>
                </a:lnTo>
                <a:lnTo>
                  <a:pt x="310" y="9"/>
                </a:lnTo>
                <a:lnTo>
                  <a:pt x="321" y="12"/>
                </a:lnTo>
                <a:lnTo>
                  <a:pt x="332" y="16"/>
                </a:lnTo>
                <a:lnTo>
                  <a:pt x="342" y="20"/>
                </a:lnTo>
                <a:lnTo>
                  <a:pt x="352" y="25"/>
                </a:lnTo>
                <a:lnTo>
                  <a:pt x="361" y="30"/>
                </a:lnTo>
                <a:lnTo>
                  <a:pt x="370" y="35"/>
                </a:lnTo>
                <a:lnTo>
                  <a:pt x="379" y="42"/>
                </a:lnTo>
                <a:lnTo>
                  <a:pt x="388" y="48"/>
                </a:lnTo>
                <a:lnTo>
                  <a:pt x="396" y="55"/>
                </a:lnTo>
                <a:lnTo>
                  <a:pt x="404" y="63"/>
                </a:lnTo>
                <a:lnTo>
                  <a:pt x="411" y="71"/>
                </a:lnTo>
                <a:lnTo>
                  <a:pt x="418" y="79"/>
                </a:lnTo>
                <a:lnTo>
                  <a:pt x="424" y="88"/>
                </a:lnTo>
                <a:lnTo>
                  <a:pt x="430" y="97"/>
                </a:lnTo>
                <a:lnTo>
                  <a:pt x="435" y="107"/>
                </a:lnTo>
                <a:lnTo>
                  <a:pt x="440" y="117"/>
                </a:lnTo>
                <a:lnTo>
                  <a:pt x="445" y="127"/>
                </a:lnTo>
                <a:lnTo>
                  <a:pt x="449" y="138"/>
                </a:lnTo>
                <a:lnTo>
                  <a:pt x="455" y="161"/>
                </a:lnTo>
                <a:lnTo>
                  <a:pt x="460" y="185"/>
                </a:lnTo>
                <a:lnTo>
                  <a:pt x="463" y="211"/>
                </a:lnTo>
                <a:lnTo>
                  <a:pt x="464" y="238"/>
                </a:lnTo>
                <a:lnTo>
                  <a:pt x="463" y="263"/>
                </a:lnTo>
                <a:lnTo>
                  <a:pt x="461" y="287"/>
                </a:lnTo>
                <a:lnTo>
                  <a:pt x="458" y="311"/>
                </a:lnTo>
                <a:lnTo>
                  <a:pt x="453" y="334"/>
                </a:lnTo>
                <a:lnTo>
                  <a:pt x="447" y="357"/>
                </a:lnTo>
                <a:lnTo>
                  <a:pt x="439" y="380"/>
                </a:lnTo>
                <a:lnTo>
                  <a:pt x="430" y="402"/>
                </a:lnTo>
                <a:lnTo>
                  <a:pt x="420" y="425"/>
                </a:lnTo>
                <a:lnTo>
                  <a:pt x="408" y="448"/>
                </a:lnTo>
                <a:lnTo>
                  <a:pt x="395" y="472"/>
                </a:lnTo>
                <a:lnTo>
                  <a:pt x="380" y="496"/>
                </a:lnTo>
                <a:lnTo>
                  <a:pt x="364" y="520"/>
                </a:lnTo>
                <a:lnTo>
                  <a:pt x="341" y="553"/>
                </a:lnTo>
                <a:lnTo>
                  <a:pt x="305" y="601"/>
                </a:lnTo>
                <a:lnTo>
                  <a:pt x="193" y="746"/>
                </a:lnTo>
                <a:lnTo>
                  <a:pt x="193" y="751"/>
                </a:lnTo>
                <a:lnTo>
                  <a:pt x="483" y="751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5879520" y="245988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6084360" y="2460240"/>
            <a:ext cx="172800" cy="327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1" h="910">
                <a:moveTo>
                  <a:pt x="464" y="212"/>
                </a:moveTo>
                <a:lnTo>
                  <a:pt x="463" y="232"/>
                </a:lnTo>
                <a:lnTo>
                  <a:pt x="461" y="252"/>
                </a:lnTo>
                <a:lnTo>
                  <a:pt x="458" y="271"/>
                </a:lnTo>
                <a:lnTo>
                  <a:pt x="454" y="289"/>
                </a:lnTo>
                <a:lnTo>
                  <a:pt x="448" y="306"/>
                </a:lnTo>
                <a:lnTo>
                  <a:pt x="441" y="322"/>
                </a:lnTo>
                <a:lnTo>
                  <a:pt x="432" y="338"/>
                </a:lnTo>
                <a:lnTo>
                  <a:pt x="423" y="352"/>
                </a:lnTo>
                <a:lnTo>
                  <a:pt x="412" y="366"/>
                </a:lnTo>
                <a:lnTo>
                  <a:pt x="400" y="378"/>
                </a:lnTo>
                <a:lnTo>
                  <a:pt x="387" y="390"/>
                </a:lnTo>
                <a:lnTo>
                  <a:pt x="373" y="400"/>
                </a:lnTo>
                <a:lnTo>
                  <a:pt x="358" y="409"/>
                </a:lnTo>
                <a:lnTo>
                  <a:pt x="342" y="417"/>
                </a:lnTo>
                <a:lnTo>
                  <a:pt x="325" y="425"/>
                </a:lnTo>
                <a:lnTo>
                  <a:pt x="306" y="431"/>
                </a:lnTo>
                <a:lnTo>
                  <a:pt x="306" y="435"/>
                </a:lnTo>
                <a:lnTo>
                  <a:pt x="327" y="439"/>
                </a:lnTo>
                <a:lnTo>
                  <a:pt x="346" y="444"/>
                </a:lnTo>
                <a:lnTo>
                  <a:pt x="364" y="451"/>
                </a:lnTo>
                <a:lnTo>
                  <a:pt x="380" y="458"/>
                </a:lnTo>
                <a:lnTo>
                  <a:pt x="396" y="467"/>
                </a:lnTo>
                <a:lnTo>
                  <a:pt x="410" y="477"/>
                </a:lnTo>
                <a:lnTo>
                  <a:pt x="424" y="488"/>
                </a:lnTo>
                <a:lnTo>
                  <a:pt x="436" y="501"/>
                </a:lnTo>
                <a:lnTo>
                  <a:pt x="441" y="507"/>
                </a:lnTo>
                <a:lnTo>
                  <a:pt x="446" y="514"/>
                </a:lnTo>
                <a:lnTo>
                  <a:pt x="451" y="522"/>
                </a:lnTo>
                <a:lnTo>
                  <a:pt x="456" y="529"/>
                </a:lnTo>
                <a:lnTo>
                  <a:pt x="460" y="537"/>
                </a:lnTo>
                <a:lnTo>
                  <a:pt x="464" y="545"/>
                </a:lnTo>
                <a:lnTo>
                  <a:pt x="470" y="562"/>
                </a:lnTo>
                <a:lnTo>
                  <a:pt x="475" y="581"/>
                </a:lnTo>
                <a:lnTo>
                  <a:pt x="479" y="600"/>
                </a:lnTo>
                <a:lnTo>
                  <a:pt x="481" y="621"/>
                </a:lnTo>
                <a:lnTo>
                  <a:pt x="481" y="642"/>
                </a:lnTo>
                <a:lnTo>
                  <a:pt x="480" y="672"/>
                </a:lnTo>
                <a:lnTo>
                  <a:pt x="477" y="700"/>
                </a:lnTo>
                <a:lnTo>
                  <a:pt x="471" y="727"/>
                </a:lnTo>
                <a:lnTo>
                  <a:pt x="467" y="740"/>
                </a:lnTo>
                <a:lnTo>
                  <a:pt x="462" y="752"/>
                </a:lnTo>
                <a:lnTo>
                  <a:pt x="457" y="764"/>
                </a:lnTo>
                <a:lnTo>
                  <a:pt x="452" y="776"/>
                </a:lnTo>
                <a:lnTo>
                  <a:pt x="445" y="787"/>
                </a:lnTo>
                <a:lnTo>
                  <a:pt x="439" y="798"/>
                </a:lnTo>
                <a:lnTo>
                  <a:pt x="431" y="808"/>
                </a:lnTo>
                <a:lnTo>
                  <a:pt x="423" y="818"/>
                </a:lnTo>
                <a:lnTo>
                  <a:pt x="415" y="828"/>
                </a:lnTo>
                <a:lnTo>
                  <a:pt x="405" y="837"/>
                </a:lnTo>
                <a:lnTo>
                  <a:pt x="396" y="846"/>
                </a:lnTo>
                <a:lnTo>
                  <a:pt x="385" y="854"/>
                </a:lnTo>
                <a:lnTo>
                  <a:pt x="375" y="862"/>
                </a:lnTo>
                <a:lnTo>
                  <a:pt x="364" y="869"/>
                </a:lnTo>
                <a:lnTo>
                  <a:pt x="352" y="876"/>
                </a:lnTo>
                <a:lnTo>
                  <a:pt x="340" y="882"/>
                </a:lnTo>
                <a:lnTo>
                  <a:pt x="328" y="887"/>
                </a:lnTo>
                <a:lnTo>
                  <a:pt x="315" y="892"/>
                </a:lnTo>
                <a:lnTo>
                  <a:pt x="289" y="900"/>
                </a:lnTo>
                <a:lnTo>
                  <a:pt x="260" y="905"/>
                </a:lnTo>
                <a:lnTo>
                  <a:pt x="230" y="909"/>
                </a:lnTo>
                <a:lnTo>
                  <a:pt x="197" y="910"/>
                </a:lnTo>
                <a:lnTo>
                  <a:pt x="169" y="909"/>
                </a:lnTo>
                <a:lnTo>
                  <a:pt x="141" y="907"/>
                </a:lnTo>
                <a:lnTo>
                  <a:pt x="115" y="904"/>
                </a:lnTo>
                <a:lnTo>
                  <a:pt x="89" y="900"/>
                </a:lnTo>
                <a:lnTo>
                  <a:pt x="65" y="894"/>
                </a:lnTo>
                <a:lnTo>
                  <a:pt x="42" y="887"/>
                </a:lnTo>
                <a:lnTo>
                  <a:pt x="21" y="878"/>
                </a:lnTo>
                <a:lnTo>
                  <a:pt x="0" y="868"/>
                </a:lnTo>
                <a:lnTo>
                  <a:pt x="0" y="721"/>
                </a:lnTo>
                <a:lnTo>
                  <a:pt x="10" y="726"/>
                </a:lnTo>
                <a:lnTo>
                  <a:pt x="20" y="732"/>
                </a:lnTo>
                <a:lnTo>
                  <a:pt x="31" y="737"/>
                </a:lnTo>
                <a:lnTo>
                  <a:pt x="42" y="742"/>
                </a:lnTo>
                <a:lnTo>
                  <a:pt x="53" y="747"/>
                </a:lnTo>
                <a:lnTo>
                  <a:pt x="64" y="751"/>
                </a:lnTo>
                <a:lnTo>
                  <a:pt x="87" y="759"/>
                </a:lnTo>
                <a:lnTo>
                  <a:pt x="98" y="762"/>
                </a:lnTo>
                <a:lnTo>
                  <a:pt x="110" y="765"/>
                </a:lnTo>
                <a:lnTo>
                  <a:pt x="121" y="767"/>
                </a:lnTo>
                <a:lnTo>
                  <a:pt x="132" y="769"/>
                </a:lnTo>
                <a:lnTo>
                  <a:pt x="143" y="771"/>
                </a:lnTo>
                <a:lnTo>
                  <a:pt x="154" y="772"/>
                </a:lnTo>
                <a:lnTo>
                  <a:pt x="165" y="772"/>
                </a:lnTo>
                <a:lnTo>
                  <a:pt x="176" y="773"/>
                </a:lnTo>
                <a:lnTo>
                  <a:pt x="193" y="772"/>
                </a:lnTo>
                <a:lnTo>
                  <a:pt x="209" y="771"/>
                </a:lnTo>
                <a:lnTo>
                  <a:pt x="224" y="768"/>
                </a:lnTo>
                <a:lnTo>
                  <a:pt x="238" y="764"/>
                </a:lnTo>
                <a:lnTo>
                  <a:pt x="251" y="760"/>
                </a:lnTo>
                <a:lnTo>
                  <a:pt x="256" y="757"/>
                </a:lnTo>
                <a:lnTo>
                  <a:pt x="262" y="754"/>
                </a:lnTo>
                <a:lnTo>
                  <a:pt x="268" y="751"/>
                </a:lnTo>
                <a:lnTo>
                  <a:pt x="273" y="748"/>
                </a:lnTo>
                <a:lnTo>
                  <a:pt x="278" y="744"/>
                </a:lnTo>
                <a:lnTo>
                  <a:pt x="282" y="740"/>
                </a:lnTo>
                <a:lnTo>
                  <a:pt x="286" y="736"/>
                </a:lnTo>
                <a:lnTo>
                  <a:pt x="291" y="732"/>
                </a:lnTo>
                <a:lnTo>
                  <a:pt x="294" y="727"/>
                </a:lnTo>
                <a:lnTo>
                  <a:pt x="298" y="722"/>
                </a:lnTo>
                <a:lnTo>
                  <a:pt x="301" y="716"/>
                </a:lnTo>
                <a:lnTo>
                  <a:pt x="304" y="711"/>
                </a:lnTo>
                <a:lnTo>
                  <a:pt x="307" y="705"/>
                </a:lnTo>
                <a:lnTo>
                  <a:pt x="309" y="698"/>
                </a:lnTo>
                <a:lnTo>
                  <a:pt x="313" y="685"/>
                </a:lnTo>
                <a:lnTo>
                  <a:pt x="316" y="670"/>
                </a:lnTo>
                <a:lnTo>
                  <a:pt x="317" y="655"/>
                </a:lnTo>
                <a:lnTo>
                  <a:pt x="318" y="638"/>
                </a:lnTo>
                <a:lnTo>
                  <a:pt x="317" y="622"/>
                </a:lnTo>
                <a:lnTo>
                  <a:pt x="315" y="607"/>
                </a:lnTo>
                <a:lnTo>
                  <a:pt x="312" y="593"/>
                </a:lnTo>
                <a:lnTo>
                  <a:pt x="308" y="580"/>
                </a:lnTo>
                <a:lnTo>
                  <a:pt x="302" y="568"/>
                </a:lnTo>
                <a:lnTo>
                  <a:pt x="295" y="557"/>
                </a:lnTo>
                <a:lnTo>
                  <a:pt x="287" y="547"/>
                </a:lnTo>
                <a:lnTo>
                  <a:pt x="277" y="538"/>
                </a:lnTo>
                <a:lnTo>
                  <a:pt x="266" y="530"/>
                </a:lnTo>
                <a:lnTo>
                  <a:pt x="254" y="524"/>
                </a:lnTo>
                <a:lnTo>
                  <a:pt x="241" y="518"/>
                </a:lnTo>
                <a:lnTo>
                  <a:pt x="226" y="513"/>
                </a:lnTo>
                <a:lnTo>
                  <a:pt x="210" y="510"/>
                </a:lnTo>
                <a:lnTo>
                  <a:pt x="193" y="507"/>
                </a:lnTo>
                <a:lnTo>
                  <a:pt x="175" y="506"/>
                </a:lnTo>
                <a:lnTo>
                  <a:pt x="155" y="505"/>
                </a:lnTo>
                <a:lnTo>
                  <a:pt x="105" y="505"/>
                </a:lnTo>
                <a:lnTo>
                  <a:pt x="105" y="382"/>
                </a:lnTo>
                <a:lnTo>
                  <a:pt x="153" y="382"/>
                </a:lnTo>
                <a:lnTo>
                  <a:pt x="170" y="382"/>
                </a:lnTo>
                <a:lnTo>
                  <a:pt x="187" y="380"/>
                </a:lnTo>
                <a:lnTo>
                  <a:pt x="202" y="377"/>
                </a:lnTo>
                <a:lnTo>
                  <a:pt x="216" y="374"/>
                </a:lnTo>
                <a:lnTo>
                  <a:pt x="230" y="369"/>
                </a:lnTo>
                <a:lnTo>
                  <a:pt x="236" y="366"/>
                </a:lnTo>
                <a:lnTo>
                  <a:pt x="242" y="363"/>
                </a:lnTo>
                <a:lnTo>
                  <a:pt x="247" y="360"/>
                </a:lnTo>
                <a:lnTo>
                  <a:pt x="253" y="356"/>
                </a:lnTo>
                <a:lnTo>
                  <a:pt x="258" y="352"/>
                </a:lnTo>
                <a:lnTo>
                  <a:pt x="263" y="348"/>
                </a:lnTo>
                <a:lnTo>
                  <a:pt x="268" y="344"/>
                </a:lnTo>
                <a:lnTo>
                  <a:pt x="272" y="339"/>
                </a:lnTo>
                <a:lnTo>
                  <a:pt x="276" y="334"/>
                </a:lnTo>
                <a:lnTo>
                  <a:pt x="280" y="329"/>
                </a:lnTo>
                <a:lnTo>
                  <a:pt x="283" y="324"/>
                </a:lnTo>
                <a:lnTo>
                  <a:pt x="287" y="318"/>
                </a:lnTo>
                <a:lnTo>
                  <a:pt x="289" y="312"/>
                </a:lnTo>
                <a:lnTo>
                  <a:pt x="292" y="306"/>
                </a:lnTo>
                <a:lnTo>
                  <a:pt x="294" y="299"/>
                </a:lnTo>
                <a:lnTo>
                  <a:pt x="296" y="293"/>
                </a:lnTo>
                <a:lnTo>
                  <a:pt x="299" y="279"/>
                </a:lnTo>
                <a:lnTo>
                  <a:pt x="301" y="263"/>
                </a:lnTo>
                <a:lnTo>
                  <a:pt x="302" y="247"/>
                </a:lnTo>
                <a:lnTo>
                  <a:pt x="301" y="234"/>
                </a:lnTo>
                <a:lnTo>
                  <a:pt x="300" y="222"/>
                </a:lnTo>
                <a:lnTo>
                  <a:pt x="298" y="211"/>
                </a:lnTo>
                <a:lnTo>
                  <a:pt x="295" y="201"/>
                </a:lnTo>
                <a:lnTo>
                  <a:pt x="292" y="191"/>
                </a:lnTo>
                <a:lnTo>
                  <a:pt x="290" y="187"/>
                </a:lnTo>
                <a:lnTo>
                  <a:pt x="288" y="182"/>
                </a:lnTo>
                <a:lnTo>
                  <a:pt x="285" y="178"/>
                </a:lnTo>
                <a:lnTo>
                  <a:pt x="283" y="175"/>
                </a:lnTo>
                <a:lnTo>
                  <a:pt x="280" y="171"/>
                </a:lnTo>
                <a:lnTo>
                  <a:pt x="277" y="167"/>
                </a:lnTo>
                <a:lnTo>
                  <a:pt x="274" y="164"/>
                </a:lnTo>
                <a:lnTo>
                  <a:pt x="271" y="161"/>
                </a:lnTo>
                <a:lnTo>
                  <a:pt x="267" y="158"/>
                </a:lnTo>
                <a:lnTo>
                  <a:pt x="263" y="156"/>
                </a:lnTo>
                <a:lnTo>
                  <a:pt x="260" y="153"/>
                </a:lnTo>
                <a:lnTo>
                  <a:pt x="256" y="151"/>
                </a:lnTo>
                <a:lnTo>
                  <a:pt x="252" y="149"/>
                </a:lnTo>
                <a:lnTo>
                  <a:pt x="247" y="147"/>
                </a:lnTo>
                <a:lnTo>
                  <a:pt x="243" y="146"/>
                </a:lnTo>
                <a:lnTo>
                  <a:pt x="238" y="144"/>
                </a:lnTo>
                <a:lnTo>
                  <a:pt x="229" y="142"/>
                </a:lnTo>
                <a:lnTo>
                  <a:pt x="219" y="141"/>
                </a:lnTo>
                <a:lnTo>
                  <a:pt x="208" y="140"/>
                </a:lnTo>
                <a:lnTo>
                  <a:pt x="199" y="141"/>
                </a:lnTo>
                <a:lnTo>
                  <a:pt x="191" y="141"/>
                </a:lnTo>
                <a:lnTo>
                  <a:pt x="182" y="142"/>
                </a:lnTo>
                <a:lnTo>
                  <a:pt x="174" y="144"/>
                </a:lnTo>
                <a:lnTo>
                  <a:pt x="165" y="146"/>
                </a:lnTo>
                <a:lnTo>
                  <a:pt x="157" y="149"/>
                </a:lnTo>
                <a:lnTo>
                  <a:pt x="140" y="155"/>
                </a:lnTo>
                <a:lnTo>
                  <a:pt x="124" y="163"/>
                </a:lnTo>
                <a:lnTo>
                  <a:pt x="107" y="173"/>
                </a:lnTo>
                <a:lnTo>
                  <a:pt x="91" y="185"/>
                </a:lnTo>
                <a:lnTo>
                  <a:pt x="74" y="199"/>
                </a:lnTo>
                <a:lnTo>
                  <a:pt x="0" y="90"/>
                </a:lnTo>
                <a:lnTo>
                  <a:pt x="23" y="69"/>
                </a:lnTo>
                <a:lnTo>
                  <a:pt x="35" y="59"/>
                </a:lnTo>
                <a:lnTo>
                  <a:pt x="48" y="50"/>
                </a:lnTo>
                <a:lnTo>
                  <a:pt x="61" y="42"/>
                </a:lnTo>
                <a:lnTo>
                  <a:pt x="74" y="35"/>
                </a:lnTo>
                <a:lnTo>
                  <a:pt x="87" y="28"/>
                </a:lnTo>
                <a:lnTo>
                  <a:pt x="101" y="22"/>
                </a:lnTo>
                <a:lnTo>
                  <a:pt x="116" y="17"/>
                </a:lnTo>
                <a:lnTo>
                  <a:pt x="130" y="13"/>
                </a:lnTo>
                <a:lnTo>
                  <a:pt x="161" y="6"/>
                </a:lnTo>
                <a:lnTo>
                  <a:pt x="193" y="1"/>
                </a:lnTo>
                <a:lnTo>
                  <a:pt x="226" y="0"/>
                </a:lnTo>
                <a:lnTo>
                  <a:pt x="253" y="1"/>
                </a:lnTo>
                <a:lnTo>
                  <a:pt x="279" y="4"/>
                </a:lnTo>
                <a:lnTo>
                  <a:pt x="303" y="8"/>
                </a:lnTo>
                <a:lnTo>
                  <a:pt x="326" y="14"/>
                </a:lnTo>
                <a:lnTo>
                  <a:pt x="347" y="22"/>
                </a:lnTo>
                <a:lnTo>
                  <a:pt x="357" y="27"/>
                </a:lnTo>
                <a:lnTo>
                  <a:pt x="366" y="32"/>
                </a:lnTo>
                <a:lnTo>
                  <a:pt x="375" y="37"/>
                </a:lnTo>
                <a:lnTo>
                  <a:pt x="384" y="43"/>
                </a:lnTo>
                <a:lnTo>
                  <a:pt x="393" y="50"/>
                </a:lnTo>
                <a:lnTo>
                  <a:pt x="401" y="57"/>
                </a:lnTo>
                <a:lnTo>
                  <a:pt x="408" y="64"/>
                </a:lnTo>
                <a:lnTo>
                  <a:pt x="416" y="71"/>
                </a:lnTo>
                <a:lnTo>
                  <a:pt x="422" y="79"/>
                </a:lnTo>
                <a:lnTo>
                  <a:pt x="428" y="88"/>
                </a:lnTo>
                <a:lnTo>
                  <a:pt x="434" y="96"/>
                </a:lnTo>
                <a:lnTo>
                  <a:pt x="439" y="105"/>
                </a:lnTo>
                <a:lnTo>
                  <a:pt x="444" y="114"/>
                </a:lnTo>
                <a:lnTo>
                  <a:pt x="448" y="124"/>
                </a:lnTo>
                <a:lnTo>
                  <a:pt x="452" y="134"/>
                </a:lnTo>
                <a:lnTo>
                  <a:pt x="455" y="144"/>
                </a:lnTo>
                <a:lnTo>
                  <a:pt x="458" y="154"/>
                </a:lnTo>
                <a:lnTo>
                  <a:pt x="460" y="165"/>
                </a:lnTo>
                <a:lnTo>
                  <a:pt x="463" y="188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5879520" y="409860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6078599" y="4103640"/>
            <a:ext cx="191520" cy="318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3" h="885">
                <a:moveTo>
                  <a:pt x="533" y="699"/>
                </a:moveTo>
                <a:lnTo>
                  <a:pt x="444" y="699"/>
                </a:lnTo>
                <a:lnTo>
                  <a:pt x="444" y="885"/>
                </a:lnTo>
                <a:lnTo>
                  <a:pt x="289" y="885"/>
                </a:lnTo>
                <a:lnTo>
                  <a:pt x="289" y="699"/>
                </a:lnTo>
                <a:lnTo>
                  <a:pt x="0" y="699"/>
                </a:lnTo>
                <a:lnTo>
                  <a:pt x="0" y="565"/>
                </a:lnTo>
                <a:lnTo>
                  <a:pt x="268" y="0"/>
                </a:lnTo>
                <a:lnTo>
                  <a:pt x="444" y="0"/>
                </a:lnTo>
                <a:lnTo>
                  <a:pt x="444" y="563"/>
                </a:lnTo>
                <a:lnTo>
                  <a:pt x="533" y="563"/>
                </a:lnTo>
                <a:close/>
                <a:moveTo>
                  <a:pt x="289" y="563"/>
                </a:moveTo>
                <a:lnTo>
                  <a:pt x="289" y="376"/>
                </a:lnTo>
                <a:lnTo>
                  <a:pt x="292" y="294"/>
                </a:lnTo>
                <a:lnTo>
                  <a:pt x="296" y="215"/>
                </a:lnTo>
                <a:lnTo>
                  <a:pt x="291" y="215"/>
                </a:lnTo>
                <a:lnTo>
                  <a:pt x="280" y="248"/>
                </a:lnTo>
                <a:lnTo>
                  <a:pt x="269" y="278"/>
                </a:lnTo>
                <a:lnTo>
                  <a:pt x="257" y="307"/>
                </a:lnTo>
                <a:lnTo>
                  <a:pt x="245" y="335"/>
                </a:lnTo>
                <a:lnTo>
                  <a:pt x="139" y="563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Straight Connector 41"/>
          <p:cNvSpPr/>
          <p:nvPr/>
        </p:nvSpPr>
        <p:spPr>
          <a:xfrm flipH="1">
            <a:off x="4558320" y="315000"/>
            <a:ext cx="196920" cy="1227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3" name="Straight Connector 42"/>
          <p:cNvSpPr/>
          <p:nvPr/>
        </p:nvSpPr>
        <p:spPr>
          <a:xfrm>
            <a:off x="4595400" y="277920"/>
            <a:ext cx="122760" cy="1965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4304520" y="4309920"/>
            <a:ext cx="190080" cy="19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39"/>
                </a:lnTo>
                <a:lnTo>
                  <a:pt x="452" y="452"/>
                </a:lnTo>
                <a:lnTo>
                  <a:pt x="440" y="463"/>
                </a:lnTo>
                <a:lnTo>
                  <a:pt x="426" y="474"/>
                </a:lnTo>
                <a:lnTo>
                  <a:pt x="412" y="484"/>
                </a:lnTo>
                <a:lnTo>
                  <a:pt x="397" y="493"/>
                </a:lnTo>
                <a:lnTo>
                  <a:pt x="381" y="502"/>
                </a:lnTo>
                <a:lnTo>
                  <a:pt x="365" y="509"/>
                </a:lnTo>
                <a:lnTo>
                  <a:pt x="350" y="515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4"/>
                </a:lnTo>
                <a:lnTo>
                  <a:pt x="103" y="474"/>
                </a:lnTo>
                <a:lnTo>
                  <a:pt x="89" y="463"/>
                </a:lnTo>
                <a:lnTo>
                  <a:pt x="77" y="452"/>
                </a:lnTo>
                <a:lnTo>
                  <a:pt x="65" y="439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5"/>
                </a:lnTo>
                <a:lnTo>
                  <a:pt x="440" y="66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4304520" y="4309920"/>
            <a:ext cx="190080" cy="19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39"/>
                </a:lnTo>
                <a:lnTo>
                  <a:pt x="452" y="452"/>
                </a:lnTo>
                <a:lnTo>
                  <a:pt x="440" y="463"/>
                </a:lnTo>
                <a:lnTo>
                  <a:pt x="426" y="474"/>
                </a:lnTo>
                <a:lnTo>
                  <a:pt x="412" y="484"/>
                </a:lnTo>
                <a:lnTo>
                  <a:pt x="397" y="493"/>
                </a:lnTo>
                <a:lnTo>
                  <a:pt x="381" y="502"/>
                </a:lnTo>
                <a:lnTo>
                  <a:pt x="365" y="509"/>
                </a:lnTo>
                <a:lnTo>
                  <a:pt x="350" y="515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4"/>
                </a:lnTo>
                <a:lnTo>
                  <a:pt x="103" y="474"/>
                </a:lnTo>
                <a:lnTo>
                  <a:pt x="89" y="463"/>
                </a:lnTo>
                <a:lnTo>
                  <a:pt x="77" y="452"/>
                </a:lnTo>
                <a:lnTo>
                  <a:pt x="65" y="439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5"/>
                </a:lnTo>
                <a:lnTo>
                  <a:pt x="440" y="66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6459840" y="1847160"/>
            <a:ext cx="167760" cy="18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1">
                <a:moveTo>
                  <a:pt x="0" y="229"/>
                </a:moveTo>
                <a:lnTo>
                  <a:pt x="404" y="501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7" name="Straight Connector 46"/>
          <p:cNvSpPr/>
          <p:nvPr/>
        </p:nvSpPr>
        <p:spPr>
          <a:xfrm>
            <a:off x="9315000" y="872999"/>
            <a:ext cx="58320" cy="182881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vert="horz" wrap="none" lIns="118080" tIns="73080" rIns="118080" bIns="730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8" name="Straight Connector 47"/>
          <p:cNvSpPr/>
          <p:nvPr/>
        </p:nvSpPr>
        <p:spPr>
          <a:xfrm flipV="1">
            <a:off x="9252720" y="935280"/>
            <a:ext cx="183240" cy="58320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vert="horz" wrap="none" lIns="118080" tIns="73080" rIns="118080" bIns="730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571680" y="261360"/>
            <a:ext cx="8935560" cy="51462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822" h="14296">
                <a:moveTo>
                  <a:pt x="0" y="0"/>
                </a:moveTo>
                <a:lnTo>
                  <a:pt x="24822" y="0"/>
                </a:lnTo>
                <a:lnTo>
                  <a:pt x="24822" y="14296"/>
                </a:lnTo>
                <a:lnTo>
                  <a:pt x="0" y="14296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B8ABF4D2-7048-4B3B-A4BE-C315374E9A2C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153080" y="3584520"/>
            <a:ext cx="1193039" cy="14367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15" h="3992">
                <a:moveTo>
                  <a:pt x="1657" y="0"/>
                </a:moveTo>
                <a:lnTo>
                  <a:pt x="1657" y="0"/>
                </a:lnTo>
                <a:lnTo>
                  <a:pt x="1657" y="0"/>
                </a:lnTo>
                <a:lnTo>
                  <a:pt x="1545" y="3"/>
                </a:lnTo>
                <a:lnTo>
                  <a:pt x="1436" y="13"/>
                </a:lnTo>
                <a:lnTo>
                  <a:pt x="1331" y="30"/>
                </a:lnTo>
                <a:lnTo>
                  <a:pt x="1228" y="54"/>
                </a:lnTo>
                <a:lnTo>
                  <a:pt x="1127" y="85"/>
                </a:lnTo>
                <a:lnTo>
                  <a:pt x="1027" y="123"/>
                </a:lnTo>
                <a:lnTo>
                  <a:pt x="928" y="169"/>
                </a:lnTo>
                <a:lnTo>
                  <a:pt x="829" y="222"/>
                </a:lnTo>
                <a:lnTo>
                  <a:pt x="733" y="281"/>
                </a:lnTo>
                <a:lnTo>
                  <a:pt x="644" y="344"/>
                </a:lnTo>
                <a:lnTo>
                  <a:pt x="561" y="411"/>
                </a:lnTo>
                <a:lnTo>
                  <a:pt x="483" y="484"/>
                </a:lnTo>
                <a:lnTo>
                  <a:pt x="411" y="561"/>
                </a:lnTo>
                <a:lnTo>
                  <a:pt x="344" y="644"/>
                </a:lnTo>
                <a:lnTo>
                  <a:pt x="281" y="733"/>
                </a:lnTo>
                <a:lnTo>
                  <a:pt x="222" y="829"/>
                </a:lnTo>
                <a:lnTo>
                  <a:pt x="169" y="928"/>
                </a:lnTo>
                <a:lnTo>
                  <a:pt x="123" y="1027"/>
                </a:lnTo>
                <a:lnTo>
                  <a:pt x="85" y="1127"/>
                </a:lnTo>
                <a:lnTo>
                  <a:pt x="54" y="1228"/>
                </a:lnTo>
                <a:lnTo>
                  <a:pt x="30" y="1331"/>
                </a:lnTo>
                <a:lnTo>
                  <a:pt x="13" y="1436"/>
                </a:lnTo>
                <a:lnTo>
                  <a:pt x="3" y="1545"/>
                </a:lnTo>
                <a:lnTo>
                  <a:pt x="0" y="1658"/>
                </a:lnTo>
                <a:lnTo>
                  <a:pt x="0" y="1658"/>
                </a:lnTo>
                <a:lnTo>
                  <a:pt x="0" y="1658"/>
                </a:lnTo>
                <a:lnTo>
                  <a:pt x="3" y="1770"/>
                </a:lnTo>
                <a:lnTo>
                  <a:pt x="13" y="1878"/>
                </a:lnTo>
                <a:lnTo>
                  <a:pt x="30" y="1983"/>
                </a:lnTo>
                <a:lnTo>
                  <a:pt x="54" y="2086"/>
                </a:lnTo>
                <a:lnTo>
                  <a:pt x="85" y="2187"/>
                </a:lnTo>
                <a:lnTo>
                  <a:pt x="123" y="2286"/>
                </a:lnTo>
                <a:lnTo>
                  <a:pt x="169" y="2385"/>
                </a:lnTo>
                <a:lnTo>
                  <a:pt x="222" y="2484"/>
                </a:lnTo>
                <a:lnTo>
                  <a:pt x="281" y="2580"/>
                </a:lnTo>
                <a:lnTo>
                  <a:pt x="344" y="2669"/>
                </a:lnTo>
                <a:lnTo>
                  <a:pt x="411" y="2752"/>
                </a:lnTo>
                <a:lnTo>
                  <a:pt x="483" y="2829"/>
                </a:lnTo>
                <a:lnTo>
                  <a:pt x="561" y="2902"/>
                </a:lnTo>
                <a:lnTo>
                  <a:pt x="644" y="2969"/>
                </a:lnTo>
                <a:lnTo>
                  <a:pt x="733" y="3032"/>
                </a:lnTo>
                <a:lnTo>
                  <a:pt x="829" y="3091"/>
                </a:lnTo>
                <a:lnTo>
                  <a:pt x="898" y="3129"/>
                </a:lnTo>
                <a:lnTo>
                  <a:pt x="966" y="3162"/>
                </a:lnTo>
                <a:lnTo>
                  <a:pt x="1036" y="3192"/>
                </a:lnTo>
                <a:lnTo>
                  <a:pt x="1110" y="3220"/>
                </a:lnTo>
                <a:lnTo>
                  <a:pt x="1110" y="3222"/>
                </a:lnTo>
                <a:lnTo>
                  <a:pt x="1110" y="3797"/>
                </a:lnTo>
                <a:lnTo>
                  <a:pt x="1111" y="3817"/>
                </a:lnTo>
                <a:lnTo>
                  <a:pt x="1114" y="3836"/>
                </a:lnTo>
                <a:lnTo>
                  <a:pt x="1119" y="3855"/>
                </a:lnTo>
                <a:lnTo>
                  <a:pt x="1125" y="3873"/>
                </a:lnTo>
                <a:lnTo>
                  <a:pt x="1133" y="3890"/>
                </a:lnTo>
                <a:lnTo>
                  <a:pt x="1143" y="3906"/>
                </a:lnTo>
                <a:lnTo>
                  <a:pt x="1154" y="3921"/>
                </a:lnTo>
                <a:lnTo>
                  <a:pt x="1167" y="3935"/>
                </a:lnTo>
                <a:lnTo>
                  <a:pt x="1181" y="3947"/>
                </a:lnTo>
                <a:lnTo>
                  <a:pt x="1196" y="3959"/>
                </a:lnTo>
                <a:lnTo>
                  <a:pt x="1212" y="3968"/>
                </a:lnTo>
                <a:lnTo>
                  <a:pt x="1229" y="3976"/>
                </a:lnTo>
                <a:lnTo>
                  <a:pt x="1247" y="3983"/>
                </a:lnTo>
                <a:lnTo>
                  <a:pt x="1266" y="3988"/>
                </a:lnTo>
                <a:lnTo>
                  <a:pt x="1285" y="3991"/>
                </a:lnTo>
                <a:lnTo>
                  <a:pt x="1305" y="3992"/>
                </a:lnTo>
                <a:lnTo>
                  <a:pt x="2010" y="3992"/>
                </a:lnTo>
                <a:lnTo>
                  <a:pt x="2030" y="3991"/>
                </a:lnTo>
                <a:lnTo>
                  <a:pt x="2049" y="3988"/>
                </a:lnTo>
                <a:lnTo>
                  <a:pt x="2068" y="3983"/>
                </a:lnTo>
                <a:lnTo>
                  <a:pt x="2086" y="3976"/>
                </a:lnTo>
                <a:lnTo>
                  <a:pt x="2103" y="3968"/>
                </a:lnTo>
                <a:lnTo>
                  <a:pt x="2119" y="3959"/>
                </a:lnTo>
                <a:lnTo>
                  <a:pt x="2134" y="3947"/>
                </a:lnTo>
                <a:lnTo>
                  <a:pt x="2148" y="3935"/>
                </a:lnTo>
                <a:lnTo>
                  <a:pt x="2160" y="3921"/>
                </a:lnTo>
                <a:lnTo>
                  <a:pt x="2172" y="3906"/>
                </a:lnTo>
                <a:lnTo>
                  <a:pt x="2181" y="3890"/>
                </a:lnTo>
                <a:lnTo>
                  <a:pt x="2190" y="3873"/>
                </a:lnTo>
                <a:lnTo>
                  <a:pt x="2196" y="3855"/>
                </a:lnTo>
                <a:lnTo>
                  <a:pt x="2201" y="3836"/>
                </a:lnTo>
                <a:lnTo>
                  <a:pt x="2204" y="3817"/>
                </a:lnTo>
                <a:lnTo>
                  <a:pt x="2205" y="3797"/>
                </a:lnTo>
                <a:lnTo>
                  <a:pt x="2205" y="3222"/>
                </a:lnTo>
                <a:lnTo>
                  <a:pt x="2205" y="3220"/>
                </a:lnTo>
                <a:lnTo>
                  <a:pt x="2205" y="3220"/>
                </a:lnTo>
                <a:lnTo>
                  <a:pt x="2279" y="3192"/>
                </a:lnTo>
                <a:lnTo>
                  <a:pt x="2349" y="3162"/>
                </a:lnTo>
                <a:lnTo>
                  <a:pt x="2417" y="3129"/>
                </a:lnTo>
                <a:lnTo>
                  <a:pt x="2486" y="3091"/>
                </a:lnTo>
                <a:lnTo>
                  <a:pt x="2582" y="3032"/>
                </a:lnTo>
                <a:lnTo>
                  <a:pt x="2671" y="2969"/>
                </a:lnTo>
                <a:lnTo>
                  <a:pt x="2754" y="2902"/>
                </a:lnTo>
                <a:lnTo>
                  <a:pt x="2831" y="2830"/>
                </a:lnTo>
                <a:lnTo>
                  <a:pt x="2904" y="2752"/>
                </a:lnTo>
                <a:lnTo>
                  <a:pt x="2971" y="2670"/>
                </a:lnTo>
                <a:lnTo>
                  <a:pt x="3034" y="2580"/>
                </a:lnTo>
                <a:lnTo>
                  <a:pt x="3093" y="2485"/>
                </a:lnTo>
                <a:lnTo>
                  <a:pt x="3146" y="2386"/>
                </a:lnTo>
                <a:lnTo>
                  <a:pt x="3192" y="2287"/>
                </a:lnTo>
                <a:lnTo>
                  <a:pt x="3230" y="2187"/>
                </a:lnTo>
                <a:lnTo>
                  <a:pt x="3261" y="2086"/>
                </a:lnTo>
                <a:lnTo>
                  <a:pt x="3285" y="1984"/>
                </a:lnTo>
                <a:lnTo>
                  <a:pt x="3302" y="1878"/>
                </a:lnTo>
                <a:lnTo>
                  <a:pt x="3312" y="1770"/>
                </a:lnTo>
                <a:lnTo>
                  <a:pt x="3315" y="1658"/>
                </a:lnTo>
                <a:lnTo>
                  <a:pt x="3315" y="1658"/>
                </a:lnTo>
                <a:lnTo>
                  <a:pt x="3315" y="1658"/>
                </a:lnTo>
                <a:lnTo>
                  <a:pt x="3312" y="1545"/>
                </a:lnTo>
                <a:lnTo>
                  <a:pt x="3302" y="1436"/>
                </a:lnTo>
                <a:lnTo>
                  <a:pt x="3285" y="1331"/>
                </a:lnTo>
                <a:lnTo>
                  <a:pt x="3261" y="1228"/>
                </a:lnTo>
                <a:lnTo>
                  <a:pt x="3230" y="1127"/>
                </a:lnTo>
                <a:lnTo>
                  <a:pt x="3192" y="1027"/>
                </a:lnTo>
                <a:lnTo>
                  <a:pt x="3146" y="928"/>
                </a:lnTo>
                <a:lnTo>
                  <a:pt x="3093" y="829"/>
                </a:lnTo>
                <a:lnTo>
                  <a:pt x="3034" y="733"/>
                </a:lnTo>
                <a:lnTo>
                  <a:pt x="2971" y="644"/>
                </a:lnTo>
                <a:lnTo>
                  <a:pt x="2903" y="561"/>
                </a:lnTo>
                <a:lnTo>
                  <a:pt x="2831" y="484"/>
                </a:lnTo>
                <a:lnTo>
                  <a:pt x="2754" y="411"/>
                </a:lnTo>
                <a:lnTo>
                  <a:pt x="2671" y="344"/>
                </a:lnTo>
                <a:lnTo>
                  <a:pt x="2582" y="281"/>
                </a:lnTo>
                <a:lnTo>
                  <a:pt x="2486" y="222"/>
                </a:lnTo>
                <a:lnTo>
                  <a:pt x="2387" y="169"/>
                </a:lnTo>
                <a:lnTo>
                  <a:pt x="2288" y="123"/>
                </a:lnTo>
                <a:lnTo>
                  <a:pt x="2188" y="85"/>
                </a:lnTo>
                <a:lnTo>
                  <a:pt x="2087" y="54"/>
                </a:lnTo>
                <a:lnTo>
                  <a:pt x="1984" y="30"/>
                </a:lnTo>
                <a:lnTo>
                  <a:pt x="1878" y="13"/>
                </a:lnTo>
                <a:lnTo>
                  <a:pt x="1770" y="3"/>
                </a:lnTo>
                <a:close/>
              </a:path>
            </a:pathLst>
          </a:custGeom>
          <a:noFill/>
          <a:ln w="60120" cap="sq">
            <a:solidFill>
              <a:srgbClr val="FFFFFF"/>
            </a:solidFill>
            <a:prstDash val="solid"/>
            <a:miter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1469520" y="5021640"/>
            <a:ext cx="560160" cy="139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57" h="389">
                <a:moveTo>
                  <a:pt x="778" y="389"/>
                </a:moveTo>
                <a:lnTo>
                  <a:pt x="1362" y="389"/>
                </a:lnTo>
                <a:lnTo>
                  <a:pt x="1382" y="388"/>
                </a:lnTo>
                <a:lnTo>
                  <a:pt x="1401" y="385"/>
                </a:lnTo>
                <a:lnTo>
                  <a:pt x="1420" y="380"/>
                </a:lnTo>
                <a:lnTo>
                  <a:pt x="1438" y="374"/>
                </a:lnTo>
                <a:lnTo>
                  <a:pt x="1455" y="365"/>
                </a:lnTo>
                <a:lnTo>
                  <a:pt x="1471" y="356"/>
                </a:lnTo>
                <a:lnTo>
                  <a:pt x="1486" y="344"/>
                </a:lnTo>
                <a:lnTo>
                  <a:pt x="1500" y="332"/>
                </a:lnTo>
                <a:lnTo>
                  <a:pt x="1512" y="318"/>
                </a:lnTo>
                <a:lnTo>
                  <a:pt x="1523" y="303"/>
                </a:lnTo>
                <a:lnTo>
                  <a:pt x="1533" y="287"/>
                </a:lnTo>
                <a:lnTo>
                  <a:pt x="1542" y="270"/>
                </a:lnTo>
                <a:lnTo>
                  <a:pt x="1548" y="252"/>
                </a:lnTo>
                <a:lnTo>
                  <a:pt x="1553" y="233"/>
                </a:lnTo>
                <a:lnTo>
                  <a:pt x="1556" y="214"/>
                </a:lnTo>
                <a:lnTo>
                  <a:pt x="1557" y="194"/>
                </a:lnTo>
                <a:lnTo>
                  <a:pt x="1556" y="174"/>
                </a:lnTo>
                <a:lnTo>
                  <a:pt x="1553" y="155"/>
                </a:lnTo>
                <a:lnTo>
                  <a:pt x="1548" y="136"/>
                </a:lnTo>
                <a:lnTo>
                  <a:pt x="1542" y="118"/>
                </a:lnTo>
                <a:lnTo>
                  <a:pt x="1533" y="101"/>
                </a:lnTo>
                <a:lnTo>
                  <a:pt x="1523" y="85"/>
                </a:lnTo>
                <a:lnTo>
                  <a:pt x="1512" y="70"/>
                </a:lnTo>
                <a:lnTo>
                  <a:pt x="1500" y="57"/>
                </a:lnTo>
                <a:lnTo>
                  <a:pt x="1486" y="44"/>
                </a:lnTo>
                <a:lnTo>
                  <a:pt x="1471" y="33"/>
                </a:lnTo>
                <a:lnTo>
                  <a:pt x="1455" y="23"/>
                </a:lnTo>
                <a:lnTo>
                  <a:pt x="1438" y="15"/>
                </a:lnTo>
                <a:lnTo>
                  <a:pt x="1420" y="9"/>
                </a:lnTo>
                <a:lnTo>
                  <a:pt x="1401" y="4"/>
                </a:lnTo>
                <a:lnTo>
                  <a:pt x="1382" y="1"/>
                </a:lnTo>
                <a:lnTo>
                  <a:pt x="1362" y="0"/>
                </a:lnTo>
                <a:lnTo>
                  <a:pt x="195" y="0"/>
                </a:lnTo>
                <a:lnTo>
                  <a:pt x="175" y="1"/>
                </a:lnTo>
                <a:lnTo>
                  <a:pt x="156" y="4"/>
                </a:lnTo>
                <a:lnTo>
                  <a:pt x="137" y="9"/>
                </a:lnTo>
                <a:lnTo>
                  <a:pt x="119" y="15"/>
                </a:lnTo>
                <a:lnTo>
                  <a:pt x="102" y="23"/>
                </a:lnTo>
                <a:lnTo>
                  <a:pt x="86" y="33"/>
                </a:lnTo>
                <a:lnTo>
                  <a:pt x="71" y="44"/>
                </a:lnTo>
                <a:lnTo>
                  <a:pt x="57" y="57"/>
                </a:lnTo>
                <a:lnTo>
                  <a:pt x="44" y="70"/>
                </a:lnTo>
                <a:lnTo>
                  <a:pt x="33" y="85"/>
                </a:lnTo>
                <a:lnTo>
                  <a:pt x="23" y="101"/>
                </a:lnTo>
                <a:lnTo>
                  <a:pt x="15" y="118"/>
                </a:lnTo>
                <a:lnTo>
                  <a:pt x="9" y="136"/>
                </a:lnTo>
                <a:lnTo>
                  <a:pt x="4" y="155"/>
                </a:lnTo>
                <a:lnTo>
                  <a:pt x="1" y="174"/>
                </a:lnTo>
                <a:lnTo>
                  <a:pt x="0" y="194"/>
                </a:lnTo>
                <a:lnTo>
                  <a:pt x="1" y="214"/>
                </a:lnTo>
                <a:lnTo>
                  <a:pt x="4" y="233"/>
                </a:lnTo>
                <a:lnTo>
                  <a:pt x="9" y="252"/>
                </a:lnTo>
                <a:lnTo>
                  <a:pt x="15" y="270"/>
                </a:lnTo>
                <a:lnTo>
                  <a:pt x="23" y="287"/>
                </a:lnTo>
                <a:lnTo>
                  <a:pt x="33" y="303"/>
                </a:lnTo>
                <a:lnTo>
                  <a:pt x="44" y="318"/>
                </a:lnTo>
                <a:lnTo>
                  <a:pt x="57" y="332"/>
                </a:lnTo>
                <a:lnTo>
                  <a:pt x="71" y="344"/>
                </a:lnTo>
                <a:lnTo>
                  <a:pt x="86" y="356"/>
                </a:lnTo>
                <a:lnTo>
                  <a:pt x="102" y="365"/>
                </a:lnTo>
                <a:lnTo>
                  <a:pt x="119" y="374"/>
                </a:lnTo>
                <a:lnTo>
                  <a:pt x="137" y="380"/>
                </a:lnTo>
                <a:lnTo>
                  <a:pt x="156" y="385"/>
                </a:lnTo>
                <a:lnTo>
                  <a:pt x="175" y="388"/>
                </a:lnTo>
                <a:lnTo>
                  <a:pt x="195" y="389"/>
                </a:lnTo>
                <a:close/>
              </a:path>
            </a:pathLst>
          </a:cu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523520" y="5159880"/>
            <a:ext cx="451799" cy="139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56" h="389">
                <a:moveTo>
                  <a:pt x="628" y="389"/>
                </a:moveTo>
                <a:lnTo>
                  <a:pt x="1062" y="389"/>
                </a:lnTo>
                <a:lnTo>
                  <a:pt x="1082" y="388"/>
                </a:lnTo>
                <a:lnTo>
                  <a:pt x="1101" y="385"/>
                </a:lnTo>
                <a:lnTo>
                  <a:pt x="1120" y="380"/>
                </a:lnTo>
                <a:lnTo>
                  <a:pt x="1137" y="374"/>
                </a:lnTo>
                <a:lnTo>
                  <a:pt x="1154" y="366"/>
                </a:lnTo>
                <a:lnTo>
                  <a:pt x="1170" y="356"/>
                </a:lnTo>
                <a:lnTo>
                  <a:pt x="1185" y="345"/>
                </a:lnTo>
                <a:lnTo>
                  <a:pt x="1199" y="332"/>
                </a:lnTo>
                <a:lnTo>
                  <a:pt x="1212" y="318"/>
                </a:lnTo>
                <a:lnTo>
                  <a:pt x="1223" y="303"/>
                </a:lnTo>
                <a:lnTo>
                  <a:pt x="1233" y="287"/>
                </a:lnTo>
                <a:lnTo>
                  <a:pt x="1241" y="270"/>
                </a:lnTo>
                <a:lnTo>
                  <a:pt x="1247" y="252"/>
                </a:lnTo>
                <a:lnTo>
                  <a:pt x="1252" y="233"/>
                </a:lnTo>
                <a:lnTo>
                  <a:pt x="1255" y="214"/>
                </a:lnTo>
                <a:lnTo>
                  <a:pt x="1256" y="194"/>
                </a:lnTo>
                <a:lnTo>
                  <a:pt x="1256" y="194"/>
                </a:lnTo>
                <a:lnTo>
                  <a:pt x="1255" y="174"/>
                </a:lnTo>
                <a:lnTo>
                  <a:pt x="1252" y="155"/>
                </a:lnTo>
                <a:lnTo>
                  <a:pt x="1247" y="136"/>
                </a:lnTo>
                <a:lnTo>
                  <a:pt x="1241" y="119"/>
                </a:lnTo>
                <a:lnTo>
                  <a:pt x="1233" y="102"/>
                </a:lnTo>
                <a:lnTo>
                  <a:pt x="1223" y="86"/>
                </a:lnTo>
                <a:lnTo>
                  <a:pt x="1212" y="71"/>
                </a:lnTo>
                <a:lnTo>
                  <a:pt x="1199" y="57"/>
                </a:lnTo>
                <a:lnTo>
                  <a:pt x="1185" y="44"/>
                </a:lnTo>
                <a:lnTo>
                  <a:pt x="1170" y="33"/>
                </a:lnTo>
                <a:lnTo>
                  <a:pt x="1154" y="23"/>
                </a:lnTo>
                <a:lnTo>
                  <a:pt x="1137" y="15"/>
                </a:lnTo>
                <a:lnTo>
                  <a:pt x="1120" y="9"/>
                </a:lnTo>
                <a:lnTo>
                  <a:pt x="1101" y="4"/>
                </a:lnTo>
                <a:lnTo>
                  <a:pt x="1082" y="1"/>
                </a:lnTo>
                <a:lnTo>
                  <a:pt x="1062" y="0"/>
                </a:lnTo>
                <a:lnTo>
                  <a:pt x="195" y="0"/>
                </a:lnTo>
                <a:lnTo>
                  <a:pt x="175" y="1"/>
                </a:lnTo>
                <a:lnTo>
                  <a:pt x="156" y="4"/>
                </a:lnTo>
                <a:lnTo>
                  <a:pt x="137" y="9"/>
                </a:lnTo>
                <a:lnTo>
                  <a:pt x="119" y="15"/>
                </a:lnTo>
                <a:lnTo>
                  <a:pt x="102" y="23"/>
                </a:lnTo>
                <a:lnTo>
                  <a:pt x="86" y="33"/>
                </a:lnTo>
                <a:lnTo>
                  <a:pt x="71" y="44"/>
                </a:lnTo>
                <a:lnTo>
                  <a:pt x="57" y="57"/>
                </a:lnTo>
                <a:lnTo>
                  <a:pt x="45" y="71"/>
                </a:lnTo>
                <a:lnTo>
                  <a:pt x="33" y="86"/>
                </a:lnTo>
                <a:lnTo>
                  <a:pt x="24" y="102"/>
                </a:lnTo>
                <a:lnTo>
                  <a:pt x="15" y="119"/>
                </a:lnTo>
                <a:lnTo>
                  <a:pt x="9" y="136"/>
                </a:lnTo>
                <a:lnTo>
                  <a:pt x="4" y="155"/>
                </a:lnTo>
                <a:lnTo>
                  <a:pt x="1" y="174"/>
                </a:lnTo>
                <a:lnTo>
                  <a:pt x="0" y="194"/>
                </a:lnTo>
                <a:lnTo>
                  <a:pt x="0" y="194"/>
                </a:lnTo>
                <a:lnTo>
                  <a:pt x="1" y="214"/>
                </a:lnTo>
                <a:lnTo>
                  <a:pt x="4" y="233"/>
                </a:lnTo>
                <a:lnTo>
                  <a:pt x="9" y="252"/>
                </a:lnTo>
                <a:lnTo>
                  <a:pt x="15" y="270"/>
                </a:lnTo>
                <a:lnTo>
                  <a:pt x="24" y="287"/>
                </a:lnTo>
                <a:lnTo>
                  <a:pt x="33" y="303"/>
                </a:lnTo>
                <a:lnTo>
                  <a:pt x="45" y="318"/>
                </a:lnTo>
                <a:lnTo>
                  <a:pt x="57" y="332"/>
                </a:lnTo>
                <a:lnTo>
                  <a:pt x="71" y="345"/>
                </a:lnTo>
                <a:lnTo>
                  <a:pt x="86" y="356"/>
                </a:lnTo>
                <a:lnTo>
                  <a:pt x="102" y="366"/>
                </a:lnTo>
                <a:lnTo>
                  <a:pt x="119" y="374"/>
                </a:lnTo>
                <a:lnTo>
                  <a:pt x="137" y="380"/>
                </a:lnTo>
                <a:lnTo>
                  <a:pt x="156" y="385"/>
                </a:lnTo>
                <a:lnTo>
                  <a:pt x="175" y="388"/>
                </a:lnTo>
                <a:lnTo>
                  <a:pt x="195" y="389"/>
                </a:lnTo>
                <a:close/>
              </a:path>
            </a:pathLst>
          </a:cu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479599" y="3981240"/>
            <a:ext cx="546120" cy="104003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18" h="2890">
                <a:moveTo>
                  <a:pt x="551" y="2890"/>
                </a:moveTo>
                <a:lnTo>
                  <a:pt x="563" y="2160"/>
                </a:lnTo>
                <a:lnTo>
                  <a:pt x="570" y="1776"/>
                </a:lnTo>
                <a:lnTo>
                  <a:pt x="578" y="1528"/>
                </a:lnTo>
                <a:lnTo>
                  <a:pt x="583" y="1483"/>
                </a:lnTo>
                <a:lnTo>
                  <a:pt x="594" y="1441"/>
                </a:lnTo>
                <a:lnTo>
                  <a:pt x="609" y="1402"/>
                </a:lnTo>
                <a:lnTo>
                  <a:pt x="629" y="1364"/>
                </a:lnTo>
                <a:lnTo>
                  <a:pt x="653" y="1328"/>
                </a:lnTo>
                <a:lnTo>
                  <a:pt x="681" y="1294"/>
                </a:lnTo>
                <a:lnTo>
                  <a:pt x="746" y="1231"/>
                </a:lnTo>
                <a:lnTo>
                  <a:pt x="822" y="1172"/>
                </a:lnTo>
                <a:lnTo>
                  <a:pt x="905" y="1117"/>
                </a:lnTo>
                <a:lnTo>
                  <a:pt x="1083" y="1011"/>
                </a:lnTo>
                <a:lnTo>
                  <a:pt x="1257" y="901"/>
                </a:lnTo>
                <a:lnTo>
                  <a:pt x="1334" y="842"/>
                </a:lnTo>
                <a:lnTo>
                  <a:pt x="1402" y="777"/>
                </a:lnTo>
                <a:lnTo>
                  <a:pt x="1431" y="743"/>
                </a:lnTo>
                <a:lnTo>
                  <a:pt x="1457" y="706"/>
                </a:lnTo>
                <a:lnTo>
                  <a:pt x="1479" y="668"/>
                </a:lnTo>
                <a:lnTo>
                  <a:pt x="1496" y="627"/>
                </a:lnTo>
                <a:lnTo>
                  <a:pt x="1509" y="584"/>
                </a:lnTo>
                <a:lnTo>
                  <a:pt x="1516" y="539"/>
                </a:lnTo>
                <a:lnTo>
                  <a:pt x="1518" y="491"/>
                </a:lnTo>
                <a:lnTo>
                  <a:pt x="1515" y="440"/>
                </a:lnTo>
                <a:lnTo>
                  <a:pt x="1507" y="399"/>
                </a:lnTo>
                <a:lnTo>
                  <a:pt x="1494" y="364"/>
                </a:lnTo>
                <a:lnTo>
                  <a:pt x="1478" y="333"/>
                </a:lnTo>
                <a:lnTo>
                  <a:pt x="1457" y="306"/>
                </a:lnTo>
                <a:lnTo>
                  <a:pt x="1432" y="284"/>
                </a:lnTo>
                <a:lnTo>
                  <a:pt x="1404" y="266"/>
                </a:lnTo>
                <a:lnTo>
                  <a:pt x="1373" y="252"/>
                </a:lnTo>
                <a:lnTo>
                  <a:pt x="1340" y="242"/>
                </a:lnTo>
                <a:lnTo>
                  <a:pt x="1305" y="235"/>
                </a:lnTo>
                <a:lnTo>
                  <a:pt x="1267" y="232"/>
                </a:lnTo>
                <a:lnTo>
                  <a:pt x="1189" y="235"/>
                </a:lnTo>
                <a:lnTo>
                  <a:pt x="1108" y="249"/>
                </a:lnTo>
                <a:lnTo>
                  <a:pt x="1027" y="273"/>
                </a:lnTo>
                <a:lnTo>
                  <a:pt x="949" y="305"/>
                </a:lnTo>
                <a:lnTo>
                  <a:pt x="878" y="344"/>
                </a:lnTo>
                <a:lnTo>
                  <a:pt x="815" y="388"/>
                </a:lnTo>
                <a:lnTo>
                  <a:pt x="788" y="412"/>
                </a:lnTo>
                <a:lnTo>
                  <a:pt x="765" y="436"/>
                </a:lnTo>
                <a:lnTo>
                  <a:pt x="745" y="461"/>
                </a:lnTo>
                <a:lnTo>
                  <a:pt x="729" y="486"/>
                </a:lnTo>
                <a:lnTo>
                  <a:pt x="718" y="512"/>
                </a:lnTo>
                <a:lnTo>
                  <a:pt x="712" y="537"/>
                </a:lnTo>
                <a:lnTo>
                  <a:pt x="711" y="562"/>
                </a:lnTo>
                <a:lnTo>
                  <a:pt x="716" y="587"/>
                </a:lnTo>
                <a:lnTo>
                  <a:pt x="726" y="611"/>
                </a:lnTo>
                <a:lnTo>
                  <a:pt x="743" y="635"/>
                </a:lnTo>
                <a:lnTo>
                  <a:pt x="758" y="651"/>
                </a:lnTo>
                <a:lnTo>
                  <a:pt x="774" y="663"/>
                </a:lnTo>
                <a:lnTo>
                  <a:pt x="789" y="671"/>
                </a:lnTo>
                <a:lnTo>
                  <a:pt x="803" y="677"/>
                </a:lnTo>
                <a:lnTo>
                  <a:pt x="818" y="679"/>
                </a:lnTo>
                <a:lnTo>
                  <a:pt x="832" y="678"/>
                </a:lnTo>
                <a:lnTo>
                  <a:pt x="846" y="674"/>
                </a:lnTo>
                <a:lnTo>
                  <a:pt x="859" y="668"/>
                </a:lnTo>
                <a:lnTo>
                  <a:pt x="872" y="659"/>
                </a:lnTo>
                <a:lnTo>
                  <a:pt x="884" y="648"/>
                </a:lnTo>
                <a:lnTo>
                  <a:pt x="895" y="635"/>
                </a:lnTo>
                <a:lnTo>
                  <a:pt x="905" y="620"/>
                </a:lnTo>
                <a:lnTo>
                  <a:pt x="923" y="585"/>
                </a:lnTo>
                <a:lnTo>
                  <a:pt x="937" y="543"/>
                </a:lnTo>
                <a:lnTo>
                  <a:pt x="947" y="498"/>
                </a:lnTo>
                <a:lnTo>
                  <a:pt x="951" y="449"/>
                </a:lnTo>
                <a:lnTo>
                  <a:pt x="949" y="399"/>
                </a:lnTo>
                <a:lnTo>
                  <a:pt x="941" y="348"/>
                </a:lnTo>
                <a:lnTo>
                  <a:pt x="927" y="298"/>
                </a:lnTo>
                <a:lnTo>
                  <a:pt x="905" y="250"/>
                </a:lnTo>
                <a:lnTo>
                  <a:pt x="891" y="228"/>
                </a:lnTo>
                <a:lnTo>
                  <a:pt x="875" y="207"/>
                </a:lnTo>
                <a:lnTo>
                  <a:pt x="856" y="187"/>
                </a:lnTo>
                <a:lnTo>
                  <a:pt x="836" y="168"/>
                </a:lnTo>
                <a:lnTo>
                  <a:pt x="808" y="147"/>
                </a:lnTo>
                <a:lnTo>
                  <a:pt x="772" y="125"/>
                </a:lnTo>
                <a:lnTo>
                  <a:pt x="729" y="101"/>
                </a:lnTo>
                <a:lnTo>
                  <a:pt x="680" y="77"/>
                </a:lnTo>
                <a:lnTo>
                  <a:pt x="625" y="54"/>
                </a:lnTo>
                <a:lnTo>
                  <a:pt x="566" y="34"/>
                </a:lnTo>
                <a:lnTo>
                  <a:pt x="505" y="17"/>
                </a:lnTo>
                <a:lnTo>
                  <a:pt x="442" y="5"/>
                </a:lnTo>
                <a:lnTo>
                  <a:pt x="379" y="0"/>
                </a:lnTo>
                <a:lnTo>
                  <a:pt x="316" y="2"/>
                </a:lnTo>
                <a:lnTo>
                  <a:pt x="255" y="12"/>
                </a:lnTo>
                <a:lnTo>
                  <a:pt x="225" y="21"/>
                </a:lnTo>
                <a:lnTo>
                  <a:pt x="197" y="33"/>
                </a:lnTo>
                <a:lnTo>
                  <a:pt x="169" y="47"/>
                </a:lnTo>
                <a:lnTo>
                  <a:pt x="142" y="64"/>
                </a:lnTo>
                <a:lnTo>
                  <a:pt x="117" y="84"/>
                </a:lnTo>
                <a:lnTo>
                  <a:pt x="94" y="108"/>
                </a:lnTo>
                <a:lnTo>
                  <a:pt x="71" y="135"/>
                </a:lnTo>
                <a:lnTo>
                  <a:pt x="51" y="165"/>
                </a:lnTo>
                <a:lnTo>
                  <a:pt x="32" y="199"/>
                </a:lnTo>
                <a:lnTo>
                  <a:pt x="16" y="237"/>
                </a:lnTo>
                <a:lnTo>
                  <a:pt x="5" y="275"/>
                </a:lnTo>
                <a:lnTo>
                  <a:pt x="0" y="314"/>
                </a:lnTo>
                <a:lnTo>
                  <a:pt x="2" y="353"/>
                </a:lnTo>
                <a:lnTo>
                  <a:pt x="9" y="392"/>
                </a:lnTo>
                <a:lnTo>
                  <a:pt x="22" y="431"/>
                </a:lnTo>
                <a:lnTo>
                  <a:pt x="40" y="471"/>
                </a:lnTo>
                <a:lnTo>
                  <a:pt x="90" y="551"/>
                </a:lnTo>
                <a:lnTo>
                  <a:pt x="154" y="631"/>
                </a:lnTo>
                <a:lnTo>
                  <a:pt x="231" y="711"/>
                </a:lnTo>
                <a:lnTo>
                  <a:pt x="408" y="873"/>
                </a:lnTo>
                <a:lnTo>
                  <a:pt x="593" y="1032"/>
                </a:lnTo>
                <a:lnTo>
                  <a:pt x="760" y="1187"/>
                </a:lnTo>
                <a:lnTo>
                  <a:pt x="829" y="1263"/>
                </a:lnTo>
                <a:lnTo>
                  <a:pt x="883" y="1337"/>
                </a:lnTo>
                <a:lnTo>
                  <a:pt x="904" y="1374"/>
                </a:lnTo>
                <a:lnTo>
                  <a:pt x="920" y="1410"/>
                </a:lnTo>
                <a:lnTo>
                  <a:pt x="931" y="1445"/>
                </a:lnTo>
                <a:lnTo>
                  <a:pt x="936" y="1480"/>
                </a:lnTo>
                <a:lnTo>
                  <a:pt x="940" y="1614"/>
                </a:lnTo>
                <a:lnTo>
                  <a:pt x="940" y="1808"/>
                </a:lnTo>
                <a:lnTo>
                  <a:pt x="932" y="2280"/>
                </a:lnTo>
                <a:lnTo>
                  <a:pt x="914" y="2890"/>
                </a:lnTo>
                <a:close/>
              </a:path>
            </a:pathLst>
          </a:cu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>
            <a:off x="1749599" y="3056400"/>
            <a:ext cx="0" cy="204840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2456280" y="3353040"/>
            <a:ext cx="145080" cy="144719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2620800" y="4145400"/>
            <a:ext cx="204840" cy="0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898199" y="3353040"/>
            <a:ext cx="145080" cy="144719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673920" y="4145400"/>
            <a:ext cx="204839" cy="0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Straight Connector 16"/>
          <p:cNvSpPr/>
          <p:nvPr/>
        </p:nvSpPr>
        <p:spPr>
          <a:xfrm flipV="1">
            <a:off x="8079479" y="1475999"/>
            <a:ext cx="99361" cy="14724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Straight Connector 17"/>
          <p:cNvSpPr/>
          <p:nvPr/>
        </p:nvSpPr>
        <p:spPr>
          <a:xfrm flipV="1">
            <a:off x="7599600" y="955799"/>
            <a:ext cx="176400" cy="3276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Straight Connector 18"/>
          <p:cNvSpPr/>
          <p:nvPr/>
        </p:nvSpPr>
        <p:spPr>
          <a:xfrm>
            <a:off x="7820640" y="307080"/>
            <a:ext cx="150120" cy="10116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Straight Connector 19"/>
          <p:cNvSpPr/>
          <p:nvPr/>
        </p:nvSpPr>
        <p:spPr>
          <a:xfrm flipH="1" flipV="1">
            <a:off x="8811720" y="1655280"/>
            <a:ext cx="35640" cy="17568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 flipH="1" flipV="1">
            <a:off x="9246960" y="1270080"/>
            <a:ext cx="150120" cy="101519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6364080" y="928439"/>
            <a:ext cx="167400" cy="1803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2">
                <a:moveTo>
                  <a:pt x="0" y="230"/>
                </a:moveTo>
                <a:lnTo>
                  <a:pt x="404" y="502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3430079" y="1741680"/>
            <a:ext cx="212400" cy="9396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3489480" y="1682280"/>
            <a:ext cx="93960" cy="21240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8921519" y="3384360"/>
            <a:ext cx="19008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30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5" y="511"/>
                </a:lnTo>
                <a:lnTo>
                  <a:pt x="349" y="517"/>
                </a:lnTo>
                <a:lnTo>
                  <a:pt x="333" y="522"/>
                </a:lnTo>
                <a:lnTo>
                  <a:pt x="316" y="525"/>
                </a:lnTo>
                <a:lnTo>
                  <a:pt x="299" y="528"/>
                </a:lnTo>
                <a:lnTo>
                  <a:pt x="282" y="529"/>
                </a:lnTo>
                <a:lnTo>
                  <a:pt x="264" y="530"/>
                </a:lnTo>
                <a:lnTo>
                  <a:pt x="246" y="529"/>
                </a:lnTo>
                <a:lnTo>
                  <a:pt x="229" y="528"/>
                </a:lnTo>
                <a:lnTo>
                  <a:pt x="212" y="525"/>
                </a:lnTo>
                <a:lnTo>
                  <a:pt x="196" y="522"/>
                </a:lnTo>
                <a:lnTo>
                  <a:pt x="179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3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3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1030319" y="502560"/>
            <a:ext cx="16740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4014360" y="3813480"/>
            <a:ext cx="16740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 flipH="1">
            <a:off x="6126120" y="5051880"/>
            <a:ext cx="212400" cy="9396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6185519" y="4992840"/>
            <a:ext cx="93600" cy="21240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179280"/>
            <a:ext cx="4149719" cy="416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788040" y="1495799"/>
            <a:ext cx="8495280" cy="364607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599" h="10129">
                <a:moveTo>
                  <a:pt x="0" y="0"/>
                </a:moveTo>
                <a:lnTo>
                  <a:pt x="23599" y="0"/>
                </a:lnTo>
                <a:lnTo>
                  <a:pt x="23599" y="10129"/>
                </a:lnTo>
                <a:lnTo>
                  <a:pt x="0" y="1012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Title Placeholder 3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Footer Placeholder 6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lide Number Placeholder 7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127A7764-2A96-42E9-96BA-D5183117AFEA}" type="slidenum">
              <a:t>‹#›</a:t>
            </a:fld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Straight Connector 16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179280"/>
            <a:ext cx="4149719" cy="416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39C50BE1-34FE-40A8-92DC-39FB9AA5643B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8018280" y="3637080"/>
            <a:ext cx="1354680" cy="163007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4" h="4529">
                <a:moveTo>
                  <a:pt x="1882" y="0"/>
                </a:moveTo>
                <a:lnTo>
                  <a:pt x="1882" y="0"/>
                </a:lnTo>
                <a:lnTo>
                  <a:pt x="1882" y="0"/>
                </a:lnTo>
                <a:lnTo>
                  <a:pt x="1754" y="4"/>
                </a:lnTo>
                <a:lnTo>
                  <a:pt x="1631" y="15"/>
                </a:lnTo>
                <a:lnTo>
                  <a:pt x="1511" y="34"/>
                </a:lnTo>
                <a:lnTo>
                  <a:pt x="1394" y="61"/>
                </a:lnTo>
                <a:lnTo>
                  <a:pt x="1279" y="96"/>
                </a:lnTo>
                <a:lnTo>
                  <a:pt x="1166" y="140"/>
                </a:lnTo>
                <a:lnTo>
                  <a:pt x="1053" y="191"/>
                </a:lnTo>
                <a:lnTo>
                  <a:pt x="941" y="252"/>
                </a:lnTo>
                <a:lnTo>
                  <a:pt x="832" y="319"/>
                </a:lnTo>
                <a:lnTo>
                  <a:pt x="731" y="390"/>
                </a:lnTo>
                <a:lnTo>
                  <a:pt x="637" y="467"/>
                </a:lnTo>
                <a:lnTo>
                  <a:pt x="549" y="548"/>
                </a:lnTo>
                <a:lnTo>
                  <a:pt x="467" y="636"/>
                </a:lnTo>
                <a:lnTo>
                  <a:pt x="391" y="730"/>
                </a:lnTo>
                <a:lnTo>
                  <a:pt x="319" y="831"/>
                </a:lnTo>
                <a:lnTo>
                  <a:pt x="252" y="940"/>
                </a:lnTo>
                <a:lnTo>
                  <a:pt x="191" y="1052"/>
                </a:lnTo>
                <a:lnTo>
                  <a:pt x="139" y="1165"/>
                </a:lnTo>
                <a:lnTo>
                  <a:pt x="96" y="1278"/>
                </a:lnTo>
                <a:lnTo>
                  <a:pt x="61" y="1393"/>
                </a:lnTo>
                <a:lnTo>
                  <a:pt x="34" y="1510"/>
                </a:lnTo>
                <a:lnTo>
                  <a:pt x="15" y="1630"/>
                </a:lnTo>
                <a:lnTo>
                  <a:pt x="4" y="1753"/>
                </a:lnTo>
                <a:lnTo>
                  <a:pt x="0" y="1881"/>
                </a:lnTo>
                <a:lnTo>
                  <a:pt x="0" y="1881"/>
                </a:lnTo>
                <a:lnTo>
                  <a:pt x="0" y="1881"/>
                </a:lnTo>
                <a:lnTo>
                  <a:pt x="4" y="2008"/>
                </a:lnTo>
                <a:lnTo>
                  <a:pt x="15" y="2131"/>
                </a:lnTo>
                <a:lnTo>
                  <a:pt x="34" y="2250"/>
                </a:lnTo>
                <a:lnTo>
                  <a:pt x="61" y="2367"/>
                </a:lnTo>
                <a:lnTo>
                  <a:pt x="96" y="2482"/>
                </a:lnTo>
                <a:lnTo>
                  <a:pt x="140" y="2595"/>
                </a:lnTo>
                <a:lnTo>
                  <a:pt x="192" y="2707"/>
                </a:lnTo>
                <a:lnTo>
                  <a:pt x="252" y="2819"/>
                </a:lnTo>
                <a:lnTo>
                  <a:pt x="319" y="2927"/>
                </a:lnTo>
                <a:lnTo>
                  <a:pt x="391" y="3028"/>
                </a:lnTo>
                <a:lnTo>
                  <a:pt x="467" y="3123"/>
                </a:lnTo>
                <a:lnTo>
                  <a:pt x="549" y="3210"/>
                </a:lnTo>
                <a:lnTo>
                  <a:pt x="637" y="3292"/>
                </a:lnTo>
                <a:lnTo>
                  <a:pt x="731" y="3368"/>
                </a:lnTo>
                <a:lnTo>
                  <a:pt x="832" y="3440"/>
                </a:lnTo>
                <a:lnTo>
                  <a:pt x="941" y="3507"/>
                </a:lnTo>
                <a:lnTo>
                  <a:pt x="1020" y="3550"/>
                </a:lnTo>
                <a:lnTo>
                  <a:pt x="1097" y="3588"/>
                </a:lnTo>
                <a:lnTo>
                  <a:pt x="1176" y="3622"/>
                </a:lnTo>
                <a:lnTo>
                  <a:pt x="1260" y="3654"/>
                </a:lnTo>
                <a:lnTo>
                  <a:pt x="1260" y="3656"/>
                </a:lnTo>
                <a:lnTo>
                  <a:pt x="1260" y="4308"/>
                </a:lnTo>
                <a:lnTo>
                  <a:pt x="1261" y="4330"/>
                </a:lnTo>
                <a:lnTo>
                  <a:pt x="1264" y="4353"/>
                </a:lnTo>
                <a:lnTo>
                  <a:pt x="1270" y="4374"/>
                </a:lnTo>
                <a:lnTo>
                  <a:pt x="1277" y="4394"/>
                </a:lnTo>
                <a:lnTo>
                  <a:pt x="1287" y="4413"/>
                </a:lnTo>
                <a:lnTo>
                  <a:pt x="1298" y="4432"/>
                </a:lnTo>
                <a:lnTo>
                  <a:pt x="1310" y="4449"/>
                </a:lnTo>
                <a:lnTo>
                  <a:pt x="1325" y="4464"/>
                </a:lnTo>
                <a:lnTo>
                  <a:pt x="1340" y="4479"/>
                </a:lnTo>
                <a:lnTo>
                  <a:pt x="1357" y="4491"/>
                </a:lnTo>
                <a:lnTo>
                  <a:pt x="1376" y="4502"/>
                </a:lnTo>
                <a:lnTo>
                  <a:pt x="1395" y="4511"/>
                </a:lnTo>
                <a:lnTo>
                  <a:pt x="1415" y="4519"/>
                </a:lnTo>
                <a:lnTo>
                  <a:pt x="1436" y="4524"/>
                </a:lnTo>
                <a:lnTo>
                  <a:pt x="1458" y="4528"/>
                </a:lnTo>
                <a:lnTo>
                  <a:pt x="1481" y="4529"/>
                </a:lnTo>
                <a:lnTo>
                  <a:pt x="2282" y="4529"/>
                </a:lnTo>
                <a:lnTo>
                  <a:pt x="2305" y="4528"/>
                </a:lnTo>
                <a:lnTo>
                  <a:pt x="2327" y="4524"/>
                </a:lnTo>
                <a:lnTo>
                  <a:pt x="2348" y="4519"/>
                </a:lnTo>
                <a:lnTo>
                  <a:pt x="2368" y="4511"/>
                </a:lnTo>
                <a:lnTo>
                  <a:pt x="2388" y="4502"/>
                </a:lnTo>
                <a:lnTo>
                  <a:pt x="2406" y="4491"/>
                </a:lnTo>
                <a:lnTo>
                  <a:pt x="2423" y="4479"/>
                </a:lnTo>
                <a:lnTo>
                  <a:pt x="2439" y="4464"/>
                </a:lnTo>
                <a:lnTo>
                  <a:pt x="2453" y="4449"/>
                </a:lnTo>
                <a:lnTo>
                  <a:pt x="2465" y="4432"/>
                </a:lnTo>
                <a:lnTo>
                  <a:pt x="2476" y="4413"/>
                </a:lnTo>
                <a:lnTo>
                  <a:pt x="2486" y="4394"/>
                </a:lnTo>
                <a:lnTo>
                  <a:pt x="2493" y="4374"/>
                </a:lnTo>
                <a:lnTo>
                  <a:pt x="2498" y="4353"/>
                </a:lnTo>
                <a:lnTo>
                  <a:pt x="2502" y="4330"/>
                </a:lnTo>
                <a:lnTo>
                  <a:pt x="2503" y="4308"/>
                </a:lnTo>
                <a:lnTo>
                  <a:pt x="2503" y="3656"/>
                </a:lnTo>
                <a:lnTo>
                  <a:pt x="2503" y="3654"/>
                </a:lnTo>
                <a:lnTo>
                  <a:pt x="2503" y="3654"/>
                </a:lnTo>
                <a:lnTo>
                  <a:pt x="2587" y="3622"/>
                </a:lnTo>
                <a:lnTo>
                  <a:pt x="2667" y="3588"/>
                </a:lnTo>
                <a:lnTo>
                  <a:pt x="2744" y="3550"/>
                </a:lnTo>
                <a:lnTo>
                  <a:pt x="2823" y="3507"/>
                </a:lnTo>
                <a:lnTo>
                  <a:pt x="2931" y="3440"/>
                </a:lnTo>
                <a:lnTo>
                  <a:pt x="3033" y="3368"/>
                </a:lnTo>
                <a:lnTo>
                  <a:pt x="3127" y="3292"/>
                </a:lnTo>
                <a:lnTo>
                  <a:pt x="3215" y="3210"/>
                </a:lnTo>
                <a:lnTo>
                  <a:pt x="3297" y="3123"/>
                </a:lnTo>
                <a:lnTo>
                  <a:pt x="3373" y="3029"/>
                </a:lnTo>
                <a:lnTo>
                  <a:pt x="3445" y="2927"/>
                </a:lnTo>
                <a:lnTo>
                  <a:pt x="3512" y="2819"/>
                </a:lnTo>
                <a:lnTo>
                  <a:pt x="3572" y="2707"/>
                </a:lnTo>
                <a:lnTo>
                  <a:pt x="3624" y="2595"/>
                </a:lnTo>
                <a:lnTo>
                  <a:pt x="3667" y="2482"/>
                </a:lnTo>
                <a:lnTo>
                  <a:pt x="3702" y="2367"/>
                </a:lnTo>
                <a:lnTo>
                  <a:pt x="3729" y="2250"/>
                </a:lnTo>
                <a:lnTo>
                  <a:pt x="3748" y="2131"/>
                </a:lnTo>
                <a:lnTo>
                  <a:pt x="3760" y="2008"/>
                </a:lnTo>
                <a:lnTo>
                  <a:pt x="3764" y="1881"/>
                </a:lnTo>
                <a:lnTo>
                  <a:pt x="3764" y="1881"/>
                </a:lnTo>
                <a:lnTo>
                  <a:pt x="3764" y="1881"/>
                </a:lnTo>
                <a:lnTo>
                  <a:pt x="3760" y="1753"/>
                </a:lnTo>
                <a:lnTo>
                  <a:pt x="3749" y="1630"/>
                </a:lnTo>
                <a:lnTo>
                  <a:pt x="3730" y="1510"/>
                </a:lnTo>
                <a:lnTo>
                  <a:pt x="3703" y="1393"/>
                </a:lnTo>
                <a:lnTo>
                  <a:pt x="3668" y="1278"/>
                </a:lnTo>
                <a:lnTo>
                  <a:pt x="3624" y="1165"/>
                </a:lnTo>
                <a:lnTo>
                  <a:pt x="3573" y="1052"/>
                </a:lnTo>
                <a:lnTo>
                  <a:pt x="3512" y="940"/>
                </a:lnTo>
                <a:lnTo>
                  <a:pt x="3445" y="831"/>
                </a:lnTo>
                <a:lnTo>
                  <a:pt x="3373" y="730"/>
                </a:lnTo>
                <a:lnTo>
                  <a:pt x="3297" y="636"/>
                </a:lnTo>
                <a:lnTo>
                  <a:pt x="3215" y="548"/>
                </a:lnTo>
                <a:lnTo>
                  <a:pt x="3127" y="467"/>
                </a:lnTo>
                <a:lnTo>
                  <a:pt x="3033" y="390"/>
                </a:lnTo>
                <a:lnTo>
                  <a:pt x="2932" y="319"/>
                </a:lnTo>
                <a:lnTo>
                  <a:pt x="2823" y="252"/>
                </a:lnTo>
                <a:lnTo>
                  <a:pt x="2711" y="191"/>
                </a:lnTo>
                <a:lnTo>
                  <a:pt x="2598" y="140"/>
                </a:lnTo>
                <a:lnTo>
                  <a:pt x="2485" y="96"/>
                </a:lnTo>
                <a:lnTo>
                  <a:pt x="2370" y="61"/>
                </a:lnTo>
                <a:lnTo>
                  <a:pt x="2253" y="34"/>
                </a:lnTo>
                <a:lnTo>
                  <a:pt x="2133" y="15"/>
                </a:lnTo>
                <a:lnTo>
                  <a:pt x="2009" y="4"/>
                </a:lnTo>
                <a:close/>
              </a:path>
            </a:pathLst>
          </a:custGeom>
          <a:noFill/>
          <a:ln w="68040" cap="sq">
            <a:solidFill>
              <a:srgbClr val="F2C02C"/>
            </a:solidFill>
            <a:prstDash val="solid"/>
            <a:miter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8377560" y="5267520"/>
            <a:ext cx="635760" cy="158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67" h="442">
                <a:moveTo>
                  <a:pt x="884" y="442"/>
                </a:moveTo>
                <a:lnTo>
                  <a:pt x="1546" y="442"/>
                </a:lnTo>
                <a:lnTo>
                  <a:pt x="1569" y="441"/>
                </a:lnTo>
                <a:lnTo>
                  <a:pt x="1590" y="437"/>
                </a:lnTo>
                <a:lnTo>
                  <a:pt x="1612" y="432"/>
                </a:lnTo>
                <a:lnTo>
                  <a:pt x="1632" y="425"/>
                </a:lnTo>
                <a:lnTo>
                  <a:pt x="1651" y="415"/>
                </a:lnTo>
                <a:lnTo>
                  <a:pt x="1669" y="404"/>
                </a:lnTo>
                <a:lnTo>
                  <a:pt x="1686" y="391"/>
                </a:lnTo>
                <a:lnTo>
                  <a:pt x="1702" y="377"/>
                </a:lnTo>
                <a:lnTo>
                  <a:pt x="1716" y="362"/>
                </a:lnTo>
                <a:lnTo>
                  <a:pt x="1729" y="345"/>
                </a:lnTo>
                <a:lnTo>
                  <a:pt x="1740" y="326"/>
                </a:lnTo>
                <a:lnTo>
                  <a:pt x="1750" y="307"/>
                </a:lnTo>
                <a:lnTo>
                  <a:pt x="1757" y="287"/>
                </a:lnTo>
                <a:lnTo>
                  <a:pt x="1762" y="266"/>
                </a:lnTo>
                <a:lnTo>
                  <a:pt x="1766" y="244"/>
                </a:lnTo>
                <a:lnTo>
                  <a:pt x="1767" y="221"/>
                </a:lnTo>
                <a:lnTo>
                  <a:pt x="1766" y="198"/>
                </a:lnTo>
                <a:lnTo>
                  <a:pt x="1762" y="176"/>
                </a:lnTo>
                <a:lnTo>
                  <a:pt x="1757" y="155"/>
                </a:lnTo>
                <a:lnTo>
                  <a:pt x="1750" y="135"/>
                </a:lnTo>
                <a:lnTo>
                  <a:pt x="1740" y="116"/>
                </a:lnTo>
                <a:lnTo>
                  <a:pt x="1729" y="97"/>
                </a:lnTo>
                <a:lnTo>
                  <a:pt x="1716" y="80"/>
                </a:lnTo>
                <a:lnTo>
                  <a:pt x="1702" y="65"/>
                </a:lnTo>
                <a:lnTo>
                  <a:pt x="1686" y="50"/>
                </a:lnTo>
                <a:lnTo>
                  <a:pt x="1669" y="38"/>
                </a:lnTo>
                <a:lnTo>
                  <a:pt x="1651" y="27"/>
                </a:lnTo>
                <a:lnTo>
                  <a:pt x="1632" y="17"/>
                </a:lnTo>
                <a:lnTo>
                  <a:pt x="1612" y="10"/>
                </a:lnTo>
                <a:lnTo>
                  <a:pt x="1590" y="4"/>
                </a:lnTo>
                <a:lnTo>
                  <a:pt x="1569" y="1"/>
                </a:lnTo>
                <a:lnTo>
                  <a:pt x="1546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1" y="244"/>
                </a:lnTo>
                <a:lnTo>
                  <a:pt x="4" y="266"/>
                </a:lnTo>
                <a:lnTo>
                  <a:pt x="10" y="287"/>
                </a:lnTo>
                <a:lnTo>
                  <a:pt x="17" y="307"/>
                </a:lnTo>
                <a:lnTo>
                  <a:pt x="27" y="326"/>
                </a:lnTo>
                <a:lnTo>
                  <a:pt x="38" y="345"/>
                </a:lnTo>
                <a:lnTo>
                  <a:pt x="50" y="362"/>
                </a:lnTo>
                <a:lnTo>
                  <a:pt x="65" y="377"/>
                </a:lnTo>
                <a:lnTo>
                  <a:pt x="80" y="391"/>
                </a:lnTo>
                <a:lnTo>
                  <a:pt x="97" y="404"/>
                </a:lnTo>
                <a:lnTo>
                  <a:pt x="116" y="415"/>
                </a:lnTo>
                <a:lnTo>
                  <a:pt x="135" y="425"/>
                </a:lnTo>
                <a:lnTo>
                  <a:pt x="155" y="432"/>
                </a:lnTo>
                <a:lnTo>
                  <a:pt x="176" y="437"/>
                </a:lnTo>
                <a:lnTo>
                  <a:pt x="198" y="441"/>
                </a:lnTo>
                <a:lnTo>
                  <a:pt x="221" y="442"/>
                </a:lnTo>
                <a:close/>
              </a:path>
            </a:pathLst>
          </a:cu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8439119" y="5424480"/>
            <a:ext cx="512999" cy="158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26" h="441">
                <a:moveTo>
                  <a:pt x="713" y="441"/>
                </a:moveTo>
                <a:lnTo>
                  <a:pt x="1205" y="441"/>
                </a:lnTo>
                <a:lnTo>
                  <a:pt x="1228" y="440"/>
                </a:lnTo>
                <a:lnTo>
                  <a:pt x="1249" y="436"/>
                </a:lnTo>
                <a:lnTo>
                  <a:pt x="1271" y="431"/>
                </a:lnTo>
                <a:lnTo>
                  <a:pt x="1291" y="424"/>
                </a:lnTo>
                <a:lnTo>
                  <a:pt x="1310" y="414"/>
                </a:lnTo>
                <a:lnTo>
                  <a:pt x="1328" y="403"/>
                </a:lnTo>
                <a:lnTo>
                  <a:pt x="1346" y="391"/>
                </a:lnTo>
                <a:lnTo>
                  <a:pt x="1361" y="376"/>
                </a:lnTo>
                <a:lnTo>
                  <a:pt x="1375" y="361"/>
                </a:lnTo>
                <a:lnTo>
                  <a:pt x="1388" y="344"/>
                </a:lnTo>
                <a:lnTo>
                  <a:pt x="1399" y="326"/>
                </a:lnTo>
                <a:lnTo>
                  <a:pt x="1409" y="306"/>
                </a:lnTo>
                <a:lnTo>
                  <a:pt x="1416" y="286"/>
                </a:lnTo>
                <a:lnTo>
                  <a:pt x="1421" y="265"/>
                </a:lnTo>
                <a:lnTo>
                  <a:pt x="1425" y="243"/>
                </a:lnTo>
                <a:lnTo>
                  <a:pt x="1426" y="221"/>
                </a:lnTo>
                <a:lnTo>
                  <a:pt x="1426" y="221"/>
                </a:lnTo>
                <a:lnTo>
                  <a:pt x="1425" y="198"/>
                </a:lnTo>
                <a:lnTo>
                  <a:pt x="1421" y="176"/>
                </a:lnTo>
                <a:lnTo>
                  <a:pt x="1416" y="155"/>
                </a:lnTo>
                <a:lnTo>
                  <a:pt x="1409" y="135"/>
                </a:lnTo>
                <a:lnTo>
                  <a:pt x="1399" y="116"/>
                </a:lnTo>
                <a:lnTo>
                  <a:pt x="1388" y="97"/>
                </a:lnTo>
                <a:lnTo>
                  <a:pt x="1375" y="80"/>
                </a:lnTo>
                <a:lnTo>
                  <a:pt x="1361" y="65"/>
                </a:lnTo>
                <a:lnTo>
                  <a:pt x="1346" y="50"/>
                </a:lnTo>
                <a:lnTo>
                  <a:pt x="1328" y="38"/>
                </a:lnTo>
                <a:lnTo>
                  <a:pt x="1310" y="27"/>
                </a:lnTo>
                <a:lnTo>
                  <a:pt x="1291" y="17"/>
                </a:lnTo>
                <a:lnTo>
                  <a:pt x="1271" y="10"/>
                </a:lnTo>
                <a:lnTo>
                  <a:pt x="1249" y="4"/>
                </a:lnTo>
                <a:lnTo>
                  <a:pt x="1228" y="1"/>
                </a:lnTo>
                <a:lnTo>
                  <a:pt x="1205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0" y="221"/>
                </a:lnTo>
                <a:lnTo>
                  <a:pt x="1" y="243"/>
                </a:lnTo>
                <a:lnTo>
                  <a:pt x="4" y="265"/>
                </a:lnTo>
                <a:lnTo>
                  <a:pt x="10" y="286"/>
                </a:lnTo>
                <a:lnTo>
                  <a:pt x="17" y="306"/>
                </a:lnTo>
                <a:lnTo>
                  <a:pt x="27" y="326"/>
                </a:lnTo>
                <a:lnTo>
                  <a:pt x="38" y="344"/>
                </a:lnTo>
                <a:lnTo>
                  <a:pt x="50" y="361"/>
                </a:lnTo>
                <a:lnTo>
                  <a:pt x="65" y="376"/>
                </a:lnTo>
                <a:lnTo>
                  <a:pt x="80" y="391"/>
                </a:lnTo>
                <a:lnTo>
                  <a:pt x="97" y="403"/>
                </a:lnTo>
                <a:lnTo>
                  <a:pt x="116" y="414"/>
                </a:lnTo>
                <a:lnTo>
                  <a:pt x="135" y="424"/>
                </a:lnTo>
                <a:lnTo>
                  <a:pt x="155" y="431"/>
                </a:lnTo>
                <a:lnTo>
                  <a:pt x="176" y="436"/>
                </a:lnTo>
                <a:lnTo>
                  <a:pt x="198" y="440"/>
                </a:lnTo>
                <a:lnTo>
                  <a:pt x="221" y="441"/>
                </a:lnTo>
                <a:close/>
              </a:path>
            </a:pathLst>
          </a:cu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8388720" y="4087440"/>
            <a:ext cx="620640" cy="118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25" h="3279">
                <a:moveTo>
                  <a:pt x="626" y="3279"/>
                </a:moveTo>
                <a:lnTo>
                  <a:pt x="640" y="2451"/>
                </a:lnTo>
                <a:lnTo>
                  <a:pt x="648" y="2015"/>
                </a:lnTo>
                <a:lnTo>
                  <a:pt x="657" y="1734"/>
                </a:lnTo>
                <a:lnTo>
                  <a:pt x="663" y="1683"/>
                </a:lnTo>
                <a:lnTo>
                  <a:pt x="675" y="1636"/>
                </a:lnTo>
                <a:lnTo>
                  <a:pt x="693" y="1591"/>
                </a:lnTo>
                <a:lnTo>
                  <a:pt x="715" y="1548"/>
                </a:lnTo>
                <a:lnTo>
                  <a:pt x="742" y="1508"/>
                </a:lnTo>
                <a:lnTo>
                  <a:pt x="774" y="1469"/>
                </a:lnTo>
                <a:lnTo>
                  <a:pt x="848" y="1397"/>
                </a:lnTo>
                <a:lnTo>
                  <a:pt x="934" y="1331"/>
                </a:lnTo>
                <a:lnTo>
                  <a:pt x="1029" y="1268"/>
                </a:lnTo>
                <a:lnTo>
                  <a:pt x="1231" y="1147"/>
                </a:lnTo>
                <a:lnTo>
                  <a:pt x="1428" y="1023"/>
                </a:lnTo>
                <a:lnTo>
                  <a:pt x="1516" y="956"/>
                </a:lnTo>
                <a:lnTo>
                  <a:pt x="1593" y="882"/>
                </a:lnTo>
                <a:lnTo>
                  <a:pt x="1626" y="843"/>
                </a:lnTo>
                <a:lnTo>
                  <a:pt x="1655" y="802"/>
                </a:lnTo>
                <a:lnTo>
                  <a:pt x="1680" y="758"/>
                </a:lnTo>
                <a:lnTo>
                  <a:pt x="1699" y="712"/>
                </a:lnTo>
                <a:lnTo>
                  <a:pt x="1714" y="663"/>
                </a:lnTo>
                <a:lnTo>
                  <a:pt x="1722" y="612"/>
                </a:lnTo>
                <a:lnTo>
                  <a:pt x="1725" y="557"/>
                </a:lnTo>
                <a:lnTo>
                  <a:pt x="1721" y="500"/>
                </a:lnTo>
                <a:lnTo>
                  <a:pt x="1712" y="454"/>
                </a:lnTo>
                <a:lnTo>
                  <a:pt x="1698" y="413"/>
                </a:lnTo>
                <a:lnTo>
                  <a:pt x="1678" y="378"/>
                </a:lnTo>
                <a:lnTo>
                  <a:pt x="1655" y="348"/>
                </a:lnTo>
                <a:lnTo>
                  <a:pt x="1627" y="322"/>
                </a:lnTo>
                <a:lnTo>
                  <a:pt x="1595" y="302"/>
                </a:lnTo>
                <a:lnTo>
                  <a:pt x="1560" y="286"/>
                </a:lnTo>
                <a:lnTo>
                  <a:pt x="1522" y="274"/>
                </a:lnTo>
                <a:lnTo>
                  <a:pt x="1482" y="267"/>
                </a:lnTo>
                <a:lnTo>
                  <a:pt x="1440" y="263"/>
                </a:lnTo>
                <a:lnTo>
                  <a:pt x="1351" y="266"/>
                </a:lnTo>
                <a:lnTo>
                  <a:pt x="1258" y="282"/>
                </a:lnTo>
                <a:lnTo>
                  <a:pt x="1167" y="309"/>
                </a:lnTo>
                <a:lnTo>
                  <a:pt x="1078" y="346"/>
                </a:lnTo>
                <a:lnTo>
                  <a:pt x="997" y="390"/>
                </a:lnTo>
                <a:lnTo>
                  <a:pt x="926" y="440"/>
                </a:lnTo>
                <a:lnTo>
                  <a:pt x="896" y="467"/>
                </a:lnTo>
                <a:lnTo>
                  <a:pt x="869" y="495"/>
                </a:lnTo>
                <a:lnTo>
                  <a:pt x="847" y="523"/>
                </a:lnTo>
                <a:lnTo>
                  <a:pt x="829" y="552"/>
                </a:lnTo>
                <a:lnTo>
                  <a:pt x="816" y="581"/>
                </a:lnTo>
                <a:lnTo>
                  <a:pt x="809" y="610"/>
                </a:lnTo>
                <a:lnTo>
                  <a:pt x="808" y="638"/>
                </a:lnTo>
                <a:lnTo>
                  <a:pt x="813" y="666"/>
                </a:lnTo>
                <a:lnTo>
                  <a:pt x="825" y="694"/>
                </a:lnTo>
                <a:lnTo>
                  <a:pt x="844" y="721"/>
                </a:lnTo>
                <a:lnTo>
                  <a:pt x="861" y="738"/>
                </a:lnTo>
                <a:lnTo>
                  <a:pt x="879" y="752"/>
                </a:lnTo>
                <a:lnTo>
                  <a:pt x="896" y="762"/>
                </a:lnTo>
                <a:lnTo>
                  <a:pt x="913" y="768"/>
                </a:lnTo>
                <a:lnTo>
                  <a:pt x="929" y="770"/>
                </a:lnTo>
                <a:lnTo>
                  <a:pt x="945" y="769"/>
                </a:lnTo>
                <a:lnTo>
                  <a:pt x="961" y="765"/>
                </a:lnTo>
                <a:lnTo>
                  <a:pt x="976" y="758"/>
                </a:lnTo>
                <a:lnTo>
                  <a:pt x="990" y="748"/>
                </a:lnTo>
                <a:lnTo>
                  <a:pt x="1004" y="736"/>
                </a:lnTo>
                <a:lnTo>
                  <a:pt x="1016" y="721"/>
                </a:lnTo>
                <a:lnTo>
                  <a:pt x="1028" y="704"/>
                </a:lnTo>
                <a:lnTo>
                  <a:pt x="1049" y="663"/>
                </a:lnTo>
                <a:lnTo>
                  <a:pt x="1065" y="617"/>
                </a:lnTo>
                <a:lnTo>
                  <a:pt x="1075" y="565"/>
                </a:lnTo>
                <a:lnTo>
                  <a:pt x="1080" y="509"/>
                </a:lnTo>
                <a:lnTo>
                  <a:pt x="1078" y="452"/>
                </a:lnTo>
                <a:lnTo>
                  <a:pt x="1069" y="395"/>
                </a:lnTo>
                <a:lnTo>
                  <a:pt x="1053" y="338"/>
                </a:lnTo>
                <a:lnTo>
                  <a:pt x="1027" y="284"/>
                </a:lnTo>
                <a:lnTo>
                  <a:pt x="1011" y="259"/>
                </a:lnTo>
                <a:lnTo>
                  <a:pt x="993" y="235"/>
                </a:lnTo>
                <a:lnTo>
                  <a:pt x="972" y="212"/>
                </a:lnTo>
                <a:lnTo>
                  <a:pt x="949" y="191"/>
                </a:lnTo>
                <a:lnTo>
                  <a:pt x="918" y="167"/>
                </a:lnTo>
                <a:lnTo>
                  <a:pt x="877" y="142"/>
                </a:lnTo>
                <a:lnTo>
                  <a:pt x="828" y="114"/>
                </a:lnTo>
                <a:lnTo>
                  <a:pt x="772" y="87"/>
                </a:lnTo>
                <a:lnTo>
                  <a:pt x="710" y="61"/>
                </a:lnTo>
                <a:lnTo>
                  <a:pt x="644" y="38"/>
                </a:lnTo>
                <a:lnTo>
                  <a:pt x="574" y="19"/>
                </a:lnTo>
                <a:lnTo>
                  <a:pt x="503" y="6"/>
                </a:lnTo>
                <a:lnTo>
                  <a:pt x="431" y="0"/>
                </a:lnTo>
                <a:lnTo>
                  <a:pt x="359" y="2"/>
                </a:lnTo>
                <a:lnTo>
                  <a:pt x="290" y="14"/>
                </a:lnTo>
                <a:lnTo>
                  <a:pt x="256" y="24"/>
                </a:lnTo>
                <a:lnTo>
                  <a:pt x="224" y="37"/>
                </a:lnTo>
                <a:lnTo>
                  <a:pt x="192" y="53"/>
                </a:lnTo>
                <a:lnTo>
                  <a:pt x="162" y="73"/>
                </a:lnTo>
                <a:lnTo>
                  <a:pt x="133" y="96"/>
                </a:lnTo>
                <a:lnTo>
                  <a:pt x="106" y="122"/>
                </a:lnTo>
                <a:lnTo>
                  <a:pt x="81" y="153"/>
                </a:lnTo>
                <a:lnTo>
                  <a:pt x="58" y="187"/>
                </a:lnTo>
                <a:lnTo>
                  <a:pt x="37" y="226"/>
                </a:lnTo>
                <a:lnTo>
                  <a:pt x="18" y="269"/>
                </a:lnTo>
                <a:lnTo>
                  <a:pt x="5" y="312"/>
                </a:lnTo>
                <a:lnTo>
                  <a:pt x="0" y="356"/>
                </a:lnTo>
                <a:lnTo>
                  <a:pt x="2" y="400"/>
                </a:lnTo>
                <a:lnTo>
                  <a:pt x="10" y="445"/>
                </a:lnTo>
                <a:lnTo>
                  <a:pt x="25" y="489"/>
                </a:lnTo>
                <a:lnTo>
                  <a:pt x="46" y="534"/>
                </a:lnTo>
                <a:lnTo>
                  <a:pt x="102" y="625"/>
                </a:lnTo>
                <a:lnTo>
                  <a:pt x="176" y="716"/>
                </a:lnTo>
                <a:lnTo>
                  <a:pt x="263" y="807"/>
                </a:lnTo>
                <a:lnTo>
                  <a:pt x="463" y="990"/>
                </a:lnTo>
                <a:lnTo>
                  <a:pt x="674" y="1171"/>
                </a:lnTo>
                <a:lnTo>
                  <a:pt x="864" y="1347"/>
                </a:lnTo>
                <a:lnTo>
                  <a:pt x="942" y="1433"/>
                </a:lnTo>
                <a:lnTo>
                  <a:pt x="1004" y="1517"/>
                </a:lnTo>
                <a:lnTo>
                  <a:pt x="1027" y="1558"/>
                </a:lnTo>
                <a:lnTo>
                  <a:pt x="1046" y="1599"/>
                </a:lnTo>
                <a:lnTo>
                  <a:pt x="1058" y="1639"/>
                </a:lnTo>
                <a:lnTo>
                  <a:pt x="1064" y="1679"/>
                </a:lnTo>
                <a:lnTo>
                  <a:pt x="1068" y="1831"/>
                </a:lnTo>
                <a:lnTo>
                  <a:pt x="1068" y="2051"/>
                </a:lnTo>
                <a:lnTo>
                  <a:pt x="1058" y="2587"/>
                </a:lnTo>
                <a:lnTo>
                  <a:pt x="1038" y="3279"/>
                </a:lnTo>
                <a:close/>
              </a:path>
            </a:pathLst>
          </a:cu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>
            <a:off x="8695800" y="3038040"/>
            <a:ext cx="0" cy="23220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9498240" y="3374280"/>
            <a:ext cx="164160" cy="1641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9684720" y="4273200"/>
            <a:ext cx="232560" cy="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7728839" y="3374280"/>
            <a:ext cx="164520" cy="1641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7474319" y="4273200"/>
            <a:ext cx="232560" cy="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Straight Connector 16"/>
          <p:cNvSpPr/>
          <p:nvPr/>
        </p:nvSpPr>
        <p:spPr>
          <a:xfrm flipH="1">
            <a:off x="4486320" y="577800"/>
            <a:ext cx="196560" cy="122400"/>
          </a:xfrm>
          <a:prstGeom prst="line">
            <a:avLst/>
          </a:prstGeom>
          <a:noFill/>
          <a:ln w="6768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Straight Connector 17"/>
          <p:cNvSpPr/>
          <p:nvPr/>
        </p:nvSpPr>
        <p:spPr>
          <a:xfrm>
            <a:off x="4523400" y="541080"/>
            <a:ext cx="122400" cy="196200"/>
          </a:xfrm>
          <a:prstGeom prst="line">
            <a:avLst/>
          </a:prstGeom>
          <a:noFill/>
          <a:ln w="6768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875039" y="3873240"/>
            <a:ext cx="189720" cy="189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8" h="528">
                <a:moveTo>
                  <a:pt x="528" y="264"/>
                </a:moveTo>
                <a:lnTo>
                  <a:pt x="527" y="282"/>
                </a:lnTo>
                <a:lnTo>
                  <a:pt x="526" y="299"/>
                </a:lnTo>
                <a:lnTo>
                  <a:pt x="523" y="316"/>
                </a:lnTo>
                <a:lnTo>
                  <a:pt x="520" y="333"/>
                </a:lnTo>
                <a:lnTo>
                  <a:pt x="515" y="349"/>
                </a:lnTo>
                <a:lnTo>
                  <a:pt x="509" y="365"/>
                </a:lnTo>
                <a:lnTo>
                  <a:pt x="502" y="380"/>
                </a:lnTo>
                <a:lnTo>
                  <a:pt x="493" y="396"/>
                </a:lnTo>
                <a:lnTo>
                  <a:pt x="484" y="411"/>
                </a:lnTo>
                <a:lnTo>
                  <a:pt x="473" y="425"/>
                </a:lnTo>
                <a:lnTo>
                  <a:pt x="463" y="439"/>
                </a:lnTo>
                <a:lnTo>
                  <a:pt x="451" y="451"/>
                </a:lnTo>
                <a:lnTo>
                  <a:pt x="439" y="463"/>
                </a:lnTo>
                <a:lnTo>
                  <a:pt x="425" y="473"/>
                </a:lnTo>
                <a:lnTo>
                  <a:pt x="411" y="483"/>
                </a:lnTo>
                <a:lnTo>
                  <a:pt x="396" y="493"/>
                </a:lnTo>
                <a:lnTo>
                  <a:pt x="380" y="502"/>
                </a:lnTo>
                <a:lnTo>
                  <a:pt x="364" y="509"/>
                </a:lnTo>
                <a:lnTo>
                  <a:pt x="349" y="515"/>
                </a:lnTo>
                <a:lnTo>
                  <a:pt x="332" y="520"/>
                </a:lnTo>
                <a:lnTo>
                  <a:pt x="316" y="523"/>
                </a:lnTo>
                <a:lnTo>
                  <a:pt x="299" y="526"/>
                </a:lnTo>
                <a:lnTo>
                  <a:pt x="282" y="527"/>
                </a:lnTo>
                <a:lnTo>
                  <a:pt x="264" y="528"/>
                </a:lnTo>
                <a:lnTo>
                  <a:pt x="246" y="527"/>
                </a:lnTo>
                <a:lnTo>
                  <a:pt x="229" y="526"/>
                </a:lnTo>
                <a:lnTo>
                  <a:pt x="212" y="523"/>
                </a:lnTo>
                <a:lnTo>
                  <a:pt x="196" y="520"/>
                </a:lnTo>
                <a:lnTo>
                  <a:pt x="179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3"/>
                </a:lnTo>
                <a:lnTo>
                  <a:pt x="103" y="473"/>
                </a:lnTo>
                <a:lnTo>
                  <a:pt x="90" y="463"/>
                </a:lnTo>
                <a:lnTo>
                  <a:pt x="77" y="451"/>
                </a:lnTo>
                <a:lnTo>
                  <a:pt x="66" y="439"/>
                </a:lnTo>
                <a:lnTo>
                  <a:pt x="55" y="425"/>
                </a:lnTo>
                <a:lnTo>
                  <a:pt x="45" y="411"/>
                </a:lnTo>
                <a:lnTo>
                  <a:pt x="36" y="396"/>
                </a:lnTo>
                <a:lnTo>
                  <a:pt x="27" y="380"/>
                </a:lnTo>
                <a:lnTo>
                  <a:pt x="20" y="364"/>
                </a:lnTo>
                <a:lnTo>
                  <a:pt x="14" y="349"/>
                </a:lnTo>
                <a:lnTo>
                  <a:pt x="9" y="332"/>
                </a:lnTo>
                <a:lnTo>
                  <a:pt x="5" y="316"/>
                </a:lnTo>
                <a:lnTo>
                  <a:pt x="2" y="299"/>
                </a:lnTo>
                <a:lnTo>
                  <a:pt x="1" y="282"/>
                </a:lnTo>
                <a:lnTo>
                  <a:pt x="0" y="264"/>
                </a:lnTo>
                <a:lnTo>
                  <a:pt x="1" y="246"/>
                </a:lnTo>
                <a:lnTo>
                  <a:pt x="2" y="229"/>
                </a:lnTo>
                <a:lnTo>
                  <a:pt x="5" y="212"/>
                </a:lnTo>
                <a:lnTo>
                  <a:pt x="9" y="196"/>
                </a:lnTo>
                <a:lnTo>
                  <a:pt x="14" y="179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5" y="103"/>
                </a:lnTo>
                <a:lnTo>
                  <a:pt x="66" y="90"/>
                </a:lnTo>
                <a:lnTo>
                  <a:pt x="77" y="77"/>
                </a:lnTo>
                <a:lnTo>
                  <a:pt x="90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299" y="2"/>
                </a:lnTo>
                <a:lnTo>
                  <a:pt x="316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0" y="27"/>
                </a:lnTo>
                <a:lnTo>
                  <a:pt x="396" y="36"/>
                </a:lnTo>
                <a:lnTo>
                  <a:pt x="411" y="45"/>
                </a:lnTo>
                <a:lnTo>
                  <a:pt x="425" y="55"/>
                </a:lnTo>
                <a:lnTo>
                  <a:pt x="439" y="66"/>
                </a:lnTo>
                <a:lnTo>
                  <a:pt x="451" y="77"/>
                </a:lnTo>
                <a:lnTo>
                  <a:pt x="463" y="90"/>
                </a:lnTo>
                <a:lnTo>
                  <a:pt x="473" y="103"/>
                </a:lnTo>
                <a:lnTo>
                  <a:pt x="484" y="117"/>
                </a:lnTo>
                <a:lnTo>
                  <a:pt x="493" y="132"/>
                </a:lnTo>
                <a:lnTo>
                  <a:pt x="502" y="148"/>
                </a:lnTo>
                <a:lnTo>
                  <a:pt x="509" y="164"/>
                </a:lnTo>
                <a:lnTo>
                  <a:pt x="515" y="180"/>
                </a:lnTo>
                <a:lnTo>
                  <a:pt x="520" y="196"/>
                </a:lnTo>
                <a:lnTo>
                  <a:pt x="523" y="212"/>
                </a:lnTo>
                <a:lnTo>
                  <a:pt x="526" y="229"/>
                </a:lnTo>
                <a:lnTo>
                  <a:pt x="527" y="24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875039" y="3873240"/>
            <a:ext cx="189720" cy="189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8" h="528">
                <a:moveTo>
                  <a:pt x="528" y="264"/>
                </a:moveTo>
                <a:lnTo>
                  <a:pt x="527" y="282"/>
                </a:lnTo>
                <a:lnTo>
                  <a:pt x="526" y="299"/>
                </a:lnTo>
                <a:lnTo>
                  <a:pt x="523" y="316"/>
                </a:lnTo>
                <a:lnTo>
                  <a:pt x="520" y="333"/>
                </a:lnTo>
                <a:lnTo>
                  <a:pt x="515" y="349"/>
                </a:lnTo>
                <a:lnTo>
                  <a:pt x="509" y="365"/>
                </a:lnTo>
                <a:lnTo>
                  <a:pt x="502" y="380"/>
                </a:lnTo>
                <a:lnTo>
                  <a:pt x="493" y="396"/>
                </a:lnTo>
                <a:lnTo>
                  <a:pt x="484" y="411"/>
                </a:lnTo>
                <a:lnTo>
                  <a:pt x="473" y="425"/>
                </a:lnTo>
                <a:lnTo>
                  <a:pt x="463" y="439"/>
                </a:lnTo>
                <a:lnTo>
                  <a:pt x="451" y="451"/>
                </a:lnTo>
                <a:lnTo>
                  <a:pt x="439" y="463"/>
                </a:lnTo>
                <a:lnTo>
                  <a:pt x="425" y="473"/>
                </a:lnTo>
                <a:lnTo>
                  <a:pt x="411" y="483"/>
                </a:lnTo>
                <a:lnTo>
                  <a:pt x="396" y="493"/>
                </a:lnTo>
                <a:lnTo>
                  <a:pt x="380" y="502"/>
                </a:lnTo>
                <a:lnTo>
                  <a:pt x="364" y="509"/>
                </a:lnTo>
                <a:lnTo>
                  <a:pt x="349" y="515"/>
                </a:lnTo>
                <a:lnTo>
                  <a:pt x="332" y="520"/>
                </a:lnTo>
                <a:lnTo>
                  <a:pt x="316" y="523"/>
                </a:lnTo>
                <a:lnTo>
                  <a:pt x="299" y="526"/>
                </a:lnTo>
                <a:lnTo>
                  <a:pt x="282" y="527"/>
                </a:lnTo>
                <a:lnTo>
                  <a:pt x="264" y="528"/>
                </a:lnTo>
                <a:lnTo>
                  <a:pt x="246" y="527"/>
                </a:lnTo>
                <a:lnTo>
                  <a:pt x="229" y="526"/>
                </a:lnTo>
                <a:lnTo>
                  <a:pt x="212" y="523"/>
                </a:lnTo>
                <a:lnTo>
                  <a:pt x="196" y="520"/>
                </a:lnTo>
                <a:lnTo>
                  <a:pt x="179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3"/>
                </a:lnTo>
                <a:lnTo>
                  <a:pt x="103" y="473"/>
                </a:lnTo>
                <a:lnTo>
                  <a:pt x="90" y="463"/>
                </a:lnTo>
                <a:lnTo>
                  <a:pt x="77" y="451"/>
                </a:lnTo>
                <a:lnTo>
                  <a:pt x="66" y="439"/>
                </a:lnTo>
                <a:lnTo>
                  <a:pt x="55" y="425"/>
                </a:lnTo>
                <a:lnTo>
                  <a:pt x="45" y="411"/>
                </a:lnTo>
                <a:lnTo>
                  <a:pt x="36" y="396"/>
                </a:lnTo>
                <a:lnTo>
                  <a:pt x="27" y="380"/>
                </a:lnTo>
                <a:lnTo>
                  <a:pt x="20" y="364"/>
                </a:lnTo>
                <a:lnTo>
                  <a:pt x="14" y="349"/>
                </a:lnTo>
                <a:lnTo>
                  <a:pt x="9" y="332"/>
                </a:lnTo>
                <a:lnTo>
                  <a:pt x="5" y="316"/>
                </a:lnTo>
                <a:lnTo>
                  <a:pt x="2" y="299"/>
                </a:lnTo>
                <a:lnTo>
                  <a:pt x="1" y="282"/>
                </a:lnTo>
                <a:lnTo>
                  <a:pt x="0" y="264"/>
                </a:lnTo>
                <a:lnTo>
                  <a:pt x="1" y="246"/>
                </a:lnTo>
                <a:lnTo>
                  <a:pt x="2" y="229"/>
                </a:lnTo>
                <a:lnTo>
                  <a:pt x="5" y="212"/>
                </a:lnTo>
                <a:lnTo>
                  <a:pt x="9" y="196"/>
                </a:lnTo>
                <a:lnTo>
                  <a:pt x="14" y="179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5" y="103"/>
                </a:lnTo>
                <a:lnTo>
                  <a:pt x="66" y="90"/>
                </a:lnTo>
                <a:lnTo>
                  <a:pt x="77" y="77"/>
                </a:lnTo>
                <a:lnTo>
                  <a:pt x="90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299" y="2"/>
                </a:lnTo>
                <a:lnTo>
                  <a:pt x="316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0" y="27"/>
                </a:lnTo>
                <a:lnTo>
                  <a:pt x="396" y="36"/>
                </a:lnTo>
                <a:lnTo>
                  <a:pt x="411" y="45"/>
                </a:lnTo>
                <a:lnTo>
                  <a:pt x="425" y="55"/>
                </a:lnTo>
                <a:lnTo>
                  <a:pt x="439" y="66"/>
                </a:lnTo>
                <a:lnTo>
                  <a:pt x="451" y="77"/>
                </a:lnTo>
                <a:lnTo>
                  <a:pt x="463" y="90"/>
                </a:lnTo>
                <a:lnTo>
                  <a:pt x="473" y="103"/>
                </a:lnTo>
                <a:lnTo>
                  <a:pt x="484" y="117"/>
                </a:lnTo>
                <a:lnTo>
                  <a:pt x="493" y="132"/>
                </a:lnTo>
                <a:lnTo>
                  <a:pt x="502" y="148"/>
                </a:lnTo>
                <a:lnTo>
                  <a:pt x="509" y="164"/>
                </a:lnTo>
                <a:lnTo>
                  <a:pt x="515" y="180"/>
                </a:lnTo>
                <a:lnTo>
                  <a:pt x="520" y="196"/>
                </a:lnTo>
                <a:lnTo>
                  <a:pt x="523" y="212"/>
                </a:lnTo>
                <a:lnTo>
                  <a:pt x="526" y="229"/>
                </a:lnTo>
                <a:lnTo>
                  <a:pt x="527" y="246"/>
                </a:lnTo>
                <a:close/>
              </a:path>
            </a:pathLst>
          </a:custGeom>
          <a:noFill/>
          <a:ln w="45720" cap="rnd">
            <a:solidFill>
              <a:srgbClr val="F2C02C"/>
            </a:solidFill>
            <a:prstDash val="solid"/>
            <a:round/>
          </a:ln>
        </p:spPr>
        <p:txBody>
          <a:bodyPr vert="horz" wrap="none" lIns="112680" tIns="67680" rIns="112680" bIns="676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6381720" y="2107439"/>
            <a:ext cx="167040" cy="18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501">
                <a:moveTo>
                  <a:pt x="0" y="229"/>
                </a:moveTo>
                <a:lnTo>
                  <a:pt x="403" y="501"/>
                </a:lnTo>
                <a:lnTo>
                  <a:pt x="465" y="0"/>
                </a:lnTo>
                <a:close/>
              </a:path>
            </a:pathLst>
          </a:custGeom>
          <a:noFill/>
          <a:ln w="4644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>
            <a:off x="9227160" y="1134720"/>
            <a:ext cx="57960" cy="182880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vert="horz" wrap="none" lIns="118080" tIns="73080" rIns="118080" bIns="730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V="1">
            <a:off x="9164520" y="1197000"/>
            <a:ext cx="182879" cy="58320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vert="horz" wrap="none" lIns="118080" tIns="73080" rIns="118080" bIns="730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562320" y="4888800"/>
            <a:ext cx="167040" cy="18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501">
                <a:moveTo>
                  <a:pt x="0" y="230"/>
                </a:moveTo>
                <a:lnTo>
                  <a:pt x="403" y="501"/>
                </a:lnTo>
                <a:lnTo>
                  <a:pt x="465" y="0"/>
                </a:lnTo>
                <a:close/>
              </a:path>
            </a:pathLst>
          </a:custGeom>
          <a:noFill/>
          <a:ln w="4644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Straight Connector 29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Straight Connector 37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Straight Connector 38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Straight Connector 39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Straight Connector 40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Straight Connector 41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179280"/>
            <a:ext cx="4149719" cy="416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999496D9-889F-48B0-A0FA-25B72DB8A5F8}" type="slidenum">
              <a:t>‹#›</a:t>
            </a:fld>
            <a:endParaRPr lang="en-US"/>
          </a:p>
        </p:txBody>
      </p:sp>
      <p:sp>
        <p:nvSpPr>
          <p:cNvPr id="8" name="Straight Connector 7"/>
          <p:cNvSpPr/>
          <p:nvPr/>
        </p:nvSpPr>
        <p:spPr>
          <a:xfrm flipH="1">
            <a:off x="1209960" y="495288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Straight Connector 8"/>
          <p:cNvSpPr/>
          <p:nvPr/>
        </p:nvSpPr>
        <p:spPr>
          <a:xfrm>
            <a:off x="1209960" y="495288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5675400" y="1268280"/>
            <a:ext cx="16740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7669440" y="445248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4"/>
                </a:lnTo>
                <a:lnTo>
                  <a:pt x="413" y="484"/>
                </a:lnTo>
                <a:lnTo>
                  <a:pt x="398" y="494"/>
                </a:lnTo>
                <a:lnTo>
                  <a:pt x="382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3"/>
                </a:lnTo>
                <a:lnTo>
                  <a:pt x="133" y="494"/>
                </a:lnTo>
                <a:lnTo>
                  <a:pt x="118" y="484"/>
                </a:lnTo>
                <a:lnTo>
                  <a:pt x="103" y="474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2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7669440" y="445248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4"/>
                </a:lnTo>
                <a:lnTo>
                  <a:pt x="413" y="484"/>
                </a:lnTo>
                <a:lnTo>
                  <a:pt x="398" y="494"/>
                </a:lnTo>
                <a:lnTo>
                  <a:pt x="382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3"/>
                </a:lnTo>
                <a:lnTo>
                  <a:pt x="133" y="494"/>
                </a:lnTo>
                <a:lnTo>
                  <a:pt x="118" y="484"/>
                </a:lnTo>
                <a:lnTo>
                  <a:pt x="103" y="474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2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9262080" y="29196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9262080" y="29196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52640" y="111204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3"/>
                </a:lnTo>
                <a:lnTo>
                  <a:pt x="516" y="349"/>
                </a:lnTo>
                <a:lnTo>
                  <a:pt x="510" y="365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5"/>
                </a:lnTo>
                <a:lnTo>
                  <a:pt x="413" y="485"/>
                </a:lnTo>
                <a:lnTo>
                  <a:pt x="398" y="494"/>
                </a:lnTo>
                <a:lnTo>
                  <a:pt x="382" y="502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2"/>
                </a:lnTo>
                <a:lnTo>
                  <a:pt x="133" y="494"/>
                </a:lnTo>
                <a:lnTo>
                  <a:pt x="118" y="485"/>
                </a:lnTo>
                <a:lnTo>
                  <a:pt x="103" y="475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5"/>
                </a:lnTo>
                <a:lnTo>
                  <a:pt x="14" y="350"/>
                </a:lnTo>
                <a:lnTo>
                  <a:pt x="9" y="333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3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2"/>
                </a:lnTo>
                <a:lnTo>
                  <a:pt x="528" y="229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52640" y="111204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3"/>
                </a:lnTo>
                <a:lnTo>
                  <a:pt x="516" y="349"/>
                </a:lnTo>
                <a:lnTo>
                  <a:pt x="510" y="365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5"/>
                </a:lnTo>
                <a:lnTo>
                  <a:pt x="413" y="485"/>
                </a:lnTo>
                <a:lnTo>
                  <a:pt x="398" y="494"/>
                </a:lnTo>
                <a:lnTo>
                  <a:pt x="382" y="502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2"/>
                </a:lnTo>
                <a:lnTo>
                  <a:pt x="133" y="494"/>
                </a:lnTo>
                <a:lnTo>
                  <a:pt x="118" y="485"/>
                </a:lnTo>
                <a:lnTo>
                  <a:pt x="103" y="475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5"/>
                </a:lnTo>
                <a:lnTo>
                  <a:pt x="14" y="350"/>
                </a:lnTo>
                <a:lnTo>
                  <a:pt x="9" y="333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3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2"/>
                </a:lnTo>
                <a:lnTo>
                  <a:pt x="528" y="229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Straight Connector 29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C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75CB7B0B-A0F5-4F9E-BDB3-5E0D1CD9D139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192680" y="28465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7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5" y="511"/>
                </a:lnTo>
                <a:lnTo>
                  <a:pt x="349" y="517"/>
                </a:lnTo>
                <a:lnTo>
                  <a:pt x="333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1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6" y="428"/>
                </a:lnTo>
                <a:lnTo>
                  <a:pt x="45" y="413"/>
                </a:lnTo>
                <a:lnTo>
                  <a:pt x="36" y="398"/>
                </a:lnTo>
                <a:lnTo>
                  <a:pt x="27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1"/>
                </a:lnTo>
                <a:lnTo>
                  <a:pt x="20" y="165"/>
                </a:lnTo>
                <a:lnTo>
                  <a:pt x="27" y="149"/>
                </a:lnTo>
                <a:lnTo>
                  <a:pt x="36" y="133"/>
                </a:lnTo>
                <a:lnTo>
                  <a:pt x="45" y="118"/>
                </a:lnTo>
                <a:lnTo>
                  <a:pt x="56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7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3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5"/>
                </a:lnTo>
                <a:lnTo>
                  <a:pt x="516" y="181"/>
                </a:lnTo>
                <a:lnTo>
                  <a:pt x="521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Straight Connector 7"/>
          <p:cNvSpPr/>
          <p:nvPr/>
        </p:nvSpPr>
        <p:spPr>
          <a:xfrm flipH="1">
            <a:off x="4060800" y="115920"/>
            <a:ext cx="86759" cy="21528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Straight Connector 8"/>
          <p:cNvSpPr/>
          <p:nvPr/>
        </p:nvSpPr>
        <p:spPr>
          <a:xfrm>
            <a:off x="3996359" y="180360"/>
            <a:ext cx="215281" cy="8676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8077680" y="524664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4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662760" y="1063799"/>
            <a:ext cx="167760" cy="1803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2">
                <a:moveTo>
                  <a:pt x="0" y="230"/>
                </a:moveTo>
                <a:lnTo>
                  <a:pt x="404" y="502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9468000" y="296640"/>
            <a:ext cx="180000" cy="169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1" h="473">
                <a:moveTo>
                  <a:pt x="217" y="473"/>
                </a:moveTo>
                <a:lnTo>
                  <a:pt x="501" y="76"/>
                </a:lnTo>
                <a:lnTo>
                  <a:pt x="0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457200" y="5131080"/>
            <a:ext cx="86760" cy="21528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393120" y="5195160"/>
            <a:ext cx="215280" cy="8712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7131240" y="6487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4" y="426"/>
                </a:lnTo>
                <a:lnTo>
                  <a:pt x="464" y="440"/>
                </a:lnTo>
                <a:lnTo>
                  <a:pt x="452" y="452"/>
                </a:lnTo>
                <a:lnTo>
                  <a:pt x="440" y="464"/>
                </a:lnTo>
                <a:lnTo>
                  <a:pt x="426" y="474"/>
                </a:lnTo>
                <a:lnTo>
                  <a:pt x="412" y="484"/>
                </a:lnTo>
                <a:lnTo>
                  <a:pt x="397" y="494"/>
                </a:lnTo>
                <a:lnTo>
                  <a:pt x="381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1"/>
                </a:lnTo>
                <a:lnTo>
                  <a:pt x="180" y="516"/>
                </a:lnTo>
                <a:lnTo>
                  <a:pt x="164" y="510"/>
                </a:lnTo>
                <a:lnTo>
                  <a:pt x="148" y="503"/>
                </a:lnTo>
                <a:lnTo>
                  <a:pt x="132" y="494"/>
                </a:lnTo>
                <a:lnTo>
                  <a:pt x="117" y="484"/>
                </a:lnTo>
                <a:lnTo>
                  <a:pt x="102" y="474"/>
                </a:lnTo>
                <a:lnTo>
                  <a:pt x="89" y="464"/>
                </a:lnTo>
                <a:lnTo>
                  <a:pt x="77" y="452"/>
                </a:lnTo>
                <a:lnTo>
                  <a:pt x="65" y="440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2"/>
                </a:lnTo>
                <a:lnTo>
                  <a:pt x="65" y="89"/>
                </a:lnTo>
                <a:lnTo>
                  <a:pt x="77" y="77"/>
                </a:lnTo>
                <a:lnTo>
                  <a:pt x="89" y="65"/>
                </a:lnTo>
                <a:lnTo>
                  <a:pt x="102" y="55"/>
                </a:lnTo>
                <a:lnTo>
                  <a:pt x="117" y="44"/>
                </a:lnTo>
                <a:lnTo>
                  <a:pt x="132" y="35"/>
                </a:lnTo>
                <a:lnTo>
                  <a:pt x="148" y="26"/>
                </a:lnTo>
                <a:lnTo>
                  <a:pt x="164" y="19"/>
                </a:lnTo>
                <a:lnTo>
                  <a:pt x="180" y="13"/>
                </a:lnTo>
                <a:lnTo>
                  <a:pt x="196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1" y="26"/>
                </a:lnTo>
                <a:lnTo>
                  <a:pt x="397" y="35"/>
                </a:lnTo>
                <a:lnTo>
                  <a:pt x="412" y="44"/>
                </a:lnTo>
                <a:lnTo>
                  <a:pt x="426" y="55"/>
                </a:lnTo>
                <a:lnTo>
                  <a:pt x="440" y="65"/>
                </a:lnTo>
                <a:lnTo>
                  <a:pt x="452" y="77"/>
                </a:lnTo>
                <a:lnTo>
                  <a:pt x="464" y="89"/>
                </a:lnTo>
                <a:lnTo>
                  <a:pt x="474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Straight Connector 19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Straight Connector 29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571680" y="261360"/>
            <a:ext cx="8935560" cy="51462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822" h="14296">
                <a:moveTo>
                  <a:pt x="0" y="0"/>
                </a:moveTo>
                <a:lnTo>
                  <a:pt x="24822" y="0"/>
                </a:lnTo>
                <a:lnTo>
                  <a:pt x="24822" y="14296"/>
                </a:lnTo>
                <a:lnTo>
                  <a:pt x="0" y="14296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4140000" y="1326600"/>
            <a:ext cx="5435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2553201F-B459-4684-9C33-78B1E5081E5D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88200" y="1732319"/>
            <a:ext cx="1409399" cy="1697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16" h="4716">
                <a:moveTo>
                  <a:pt x="1958" y="0"/>
                </a:moveTo>
                <a:lnTo>
                  <a:pt x="1958" y="0"/>
                </a:lnTo>
                <a:lnTo>
                  <a:pt x="1958" y="0"/>
                </a:lnTo>
                <a:lnTo>
                  <a:pt x="1825" y="4"/>
                </a:lnTo>
                <a:lnTo>
                  <a:pt x="1697" y="16"/>
                </a:lnTo>
                <a:lnTo>
                  <a:pt x="1572" y="36"/>
                </a:lnTo>
                <a:lnTo>
                  <a:pt x="1450" y="64"/>
                </a:lnTo>
                <a:lnTo>
                  <a:pt x="1331" y="100"/>
                </a:lnTo>
                <a:lnTo>
                  <a:pt x="1213" y="146"/>
                </a:lnTo>
                <a:lnTo>
                  <a:pt x="1096" y="200"/>
                </a:lnTo>
                <a:lnTo>
                  <a:pt x="979" y="263"/>
                </a:lnTo>
                <a:lnTo>
                  <a:pt x="866" y="333"/>
                </a:lnTo>
                <a:lnTo>
                  <a:pt x="760" y="407"/>
                </a:lnTo>
                <a:lnTo>
                  <a:pt x="662" y="487"/>
                </a:lnTo>
                <a:lnTo>
                  <a:pt x="571" y="572"/>
                </a:lnTo>
                <a:lnTo>
                  <a:pt x="486" y="663"/>
                </a:lnTo>
                <a:lnTo>
                  <a:pt x="406" y="761"/>
                </a:lnTo>
                <a:lnTo>
                  <a:pt x="332" y="866"/>
                </a:lnTo>
                <a:lnTo>
                  <a:pt x="262" y="979"/>
                </a:lnTo>
                <a:lnTo>
                  <a:pt x="199" y="1096"/>
                </a:lnTo>
                <a:lnTo>
                  <a:pt x="145" y="1213"/>
                </a:lnTo>
                <a:lnTo>
                  <a:pt x="100" y="1331"/>
                </a:lnTo>
                <a:lnTo>
                  <a:pt x="63" y="1450"/>
                </a:lnTo>
                <a:lnTo>
                  <a:pt x="35" y="1572"/>
                </a:lnTo>
                <a:lnTo>
                  <a:pt x="16" y="1697"/>
                </a:lnTo>
                <a:lnTo>
                  <a:pt x="4" y="1825"/>
                </a:lnTo>
                <a:lnTo>
                  <a:pt x="0" y="1958"/>
                </a:lnTo>
                <a:lnTo>
                  <a:pt x="0" y="1958"/>
                </a:lnTo>
                <a:lnTo>
                  <a:pt x="0" y="1958"/>
                </a:lnTo>
                <a:lnTo>
                  <a:pt x="4" y="2090"/>
                </a:lnTo>
                <a:lnTo>
                  <a:pt x="16" y="2219"/>
                </a:lnTo>
                <a:lnTo>
                  <a:pt x="35" y="2343"/>
                </a:lnTo>
                <a:lnTo>
                  <a:pt x="64" y="2465"/>
                </a:lnTo>
                <a:lnTo>
                  <a:pt x="100" y="2584"/>
                </a:lnTo>
                <a:lnTo>
                  <a:pt x="145" y="2702"/>
                </a:lnTo>
                <a:lnTo>
                  <a:pt x="199" y="2818"/>
                </a:lnTo>
                <a:lnTo>
                  <a:pt x="262" y="2935"/>
                </a:lnTo>
                <a:lnTo>
                  <a:pt x="332" y="3048"/>
                </a:lnTo>
                <a:lnTo>
                  <a:pt x="406" y="3153"/>
                </a:lnTo>
                <a:lnTo>
                  <a:pt x="485" y="3251"/>
                </a:lnTo>
                <a:lnTo>
                  <a:pt x="571" y="3342"/>
                </a:lnTo>
                <a:lnTo>
                  <a:pt x="662" y="3428"/>
                </a:lnTo>
                <a:lnTo>
                  <a:pt x="760" y="3507"/>
                </a:lnTo>
                <a:lnTo>
                  <a:pt x="866" y="3582"/>
                </a:lnTo>
                <a:lnTo>
                  <a:pt x="979" y="3652"/>
                </a:lnTo>
                <a:lnTo>
                  <a:pt x="1061" y="3697"/>
                </a:lnTo>
                <a:lnTo>
                  <a:pt x="1141" y="3736"/>
                </a:lnTo>
                <a:lnTo>
                  <a:pt x="1224" y="3771"/>
                </a:lnTo>
                <a:lnTo>
                  <a:pt x="1311" y="3804"/>
                </a:lnTo>
                <a:lnTo>
                  <a:pt x="1311" y="3807"/>
                </a:lnTo>
                <a:lnTo>
                  <a:pt x="1311" y="4486"/>
                </a:lnTo>
                <a:lnTo>
                  <a:pt x="1312" y="4509"/>
                </a:lnTo>
                <a:lnTo>
                  <a:pt x="1316" y="4532"/>
                </a:lnTo>
                <a:lnTo>
                  <a:pt x="1321" y="4554"/>
                </a:lnTo>
                <a:lnTo>
                  <a:pt x="1329" y="4575"/>
                </a:lnTo>
                <a:lnTo>
                  <a:pt x="1339" y="4595"/>
                </a:lnTo>
                <a:lnTo>
                  <a:pt x="1350" y="4614"/>
                </a:lnTo>
                <a:lnTo>
                  <a:pt x="1363" y="4632"/>
                </a:lnTo>
                <a:lnTo>
                  <a:pt x="1378" y="4648"/>
                </a:lnTo>
                <a:lnTo>
                  <a:pt x="1395" y="4663"/>
                </a:lnTo>
                <a:lnTo>
                  <a:pt x="1412" y="4676"/>
                </a:lnTo>
                <a:lnTo>
                  <a:pt x="1431" y="4688"/>
                </a:lnTo>
                <a:lnTo>
                  <a:pt x="1451" y="4698"/>
                </a:lnTo>
                <a:lnTo>
                  <a:pt x="1473" y="4705"/>
                </a:lnTo>
                <a:lnTo>
                  <a:pt x="1495" y="4711"/>
                </a:lnTo>
                <a:lnTo>
                  <a:pt x="1517" y="4715"/>
                </a:lnTo>
                <a:lnTo>
                  <a:pt x="1541" y="4716"/>
                </a:lnTo>
                <a:lnTo>
                  <a:pt x="2374" y="4716"/>
                </a:lnTo>
                <a:lnTo>
                  <a:pt x="2398" y="4715"/>
                </a:lnTo>
                <a:lnTo>
                  <a:pt x="2421" y="4711"/>
                </a:lnTo>
                <a:lnTo>
                  <a:pt x="2443" y="4705"/>
                </a:lnTo>
                <a:lnTo>
                  <a:pt x="2464" y="4698"/>
                </a:lnTo>
                <a:lnTo>
                  <a:pt x="2484" y="4688"/>
                </a:lnTo>
                <a:lnTo>
                  <a:pt x="2503" y="4676"/>
                </a:lnTo>
                <a:lnTo>
                  <a:pt x="2521" y="4663"/>
                </a:lnTo>
                <a:lnTo>
                  <a:pt x="2537" y="4648"/>
                </a:lnTo>
                <a:lnTo>
                  <a:pt x="2552" y="4632"/>
                </a:lnTo>
                <a:lnTo>
                  <a:pt x="2565" y="4614"/>
                </a:lnTo>
                <a:lnTo>
                  <a:pt x="2576" y="4595"/>
                </a:lnTo>
                <a:lnTo>
                  <a:pt x="2586" y="4575"/>
                </a:lnTo>
                <a:lnTo>
                  <a:pt x="2594" y="4554"/>
                </a:lnTo>
                <a:lnTo>
                  <a:pt x="2599" y="4532"/>
                </a:lnTo>
                <a:lnTo>
                  <a:pt x="2603" y="4509"/>
                </a:lnTo>
                <a:lnTo>
                  <a:pt x="2604" y="4486"/>
                </a:lnTo>
                <a:lnTo>
                  <a:pt x="2604" y="3807"/>
                </a:lnTo>
                <a:lnTo>
                  <a:pt x="2604" y="3804"/>
                </a:lnTo>
                <a:lnTo>
                  <a:pt x="2604" y="3804"/>
                </a:lnTo>
                <a:lnTo>
                  <a:pt x="2692" y="3771"/>
                </a:lnTo>
                <a:lnTo>
                  <a:pt x="2774" y="3736"/>
                </a:lnTo>
                <a:lnTo>
                  <a:pt x="2855" y="3697"/>
                </a:lnTo>
                <a:lnTo>
                  <a:pt x="2937" y="3652"/>
                </a:lnTo>
                <a:lnTo>
                  <a:pt x="3050" y="3582"/>
                </a:lnTo>
                <a:lnTo>
                  <a:pt x="3155" y="3508"/>
                </a:lnTo>
                <a:lnTo>
                  <a:pt x="3253" y="3428"/>
                </a:lnTo>
                <a:lnTo>
                  <a:pt x="3344" y="3343"/>
                </a:lnTo>
                <a:lnTo>
                  <a:pt x="3429" y="3251"/>
                </a:lnTo>
                <a:lnTo>
                  <a:pt x="3509" y="3153"/>
                </a:lnTo>
                <a:lnTo>
                  <a:pt x="3583" y="3048"/>
                </a:lnTo>
                <a:lnTo>
                  <a:pt x="3653" y="2935"/>
                </a:lnTo>
                <a:lnTo>
                  <a:pt x="3716" y="2818"/>
                </a:lnTo>
                <a:lnTo>
                  <a:pt x="3770" y="2702"/>
                </a:lnTo>
                <a:lnTo>
                  <a:pt x="3815" y="2584"/>
                </a:lnTo>
                <a:lnTo>
                  <a:pt x="3851" y="2465"/>
                </a:lnTo>
                <a:lnTo>
                  <a:pt x="3880" y="2343"/>
                </a:lnTo>
                <a:lnTo>
                  <a:pt x="3900" y="2219"/>
                </a:lnTo>
                <a:lnTo>
                  <a:pt x="3912" y="2090"/>
                </a:lnTo>
                <a:lnTo>
                  <a:pt x="3916" y="1958"/>
                </a:lnTo>
                <a:lnTo>
                  <a:pt x="3916" y="1958"/>
                </a:lnTo>
                <a:lnTo>
                  <a:pt x="3916" y="1958"/>
                </a:lnTo>
                <a:lnTo>
                  <a:pt x="3912" y="1825"/>
                </a:lnTo>
                <a:lnTo>
                  <a:pt x="3900" y="1697"/>
                </a:lnTo>
                <a:lnTo>
                  <a:pt x="3880" y="1572"/>
                </a:lnTo>
                <a:lnTo>
                  <a:pt x="3852" y="1450"/>
                </a:lnTo>
                <a:lnTo>
                  <a:pt x="3815" y="1331"/>
                </a:lnTo>
                <a:lnTo>
                  <a:pt x="3770" y="1213"/>
                </a:lnTo>
                <a:lnTo>
                  <a:pt x="3716" y="1096"/>
                </a:lnTo>
                <a:lnTo>
                  <a:pt x="3653" y="979"/>
                </a:lnTo>
                <a:lnTo>
                  <a:pt x="3583" y="866"/>
                </a:lnTo>
                <a:lnTo>
                  <a:pt x="3509" y="761"/>
                </a:lnTo>
                <a:lnTo>
                  <a:pt x="3429" y="663"/>
                </a:lnTo>
                <a:lnTo>
                  <a:pt x="3344" y="572"/>
                </a:lnTo>
                <a:lnTo>
                  <a:pt x="3253" y="487"/>
                </a:lnTo>
                <a:lnTo>
                  <a:pt x="3155" y="407"/>
                </a:lnTo>
                <a:lnTo>
                  <a:pt x="3050" y="333"/>
                </a:lnTo>
                <a:lnTo>
                  <a:pt x="2937" y="263"/>
                </a:lnTo>
                <a:lnTo>
                  <a:pt x="2820" y="200"/>
                </a:lnTo>
                <a:lnTo>
                  <a:pt x="2703" y="146"/>
                </a:lnTo>
                <a:lnTo>
                  <a:pt x="2585" y="100"/>
                </a:lnTo>
                <a:lnTo>
                  <a:pt x="2465" y="64"/>
                </a:lnTo>
                <a:lnTo>
                  <a:pt x="2344" y="36"/>
                </a:lnTo>
                <a:lnTo>
                  <a:pt x="2219" y="16"/>
                </a:lnTo>
                <a:lnTo>
                  <a:pt x="2091" y="4"/>
                </a:lnTo>
                <a:close/>
              </a:path>
            </a:pathLst>
          </a:custGeom>
          <a:noFill/>
          <a:ln w="70920" cap="sq">
            <a:solidFill>
              <a:srgbClr val="FFFFFF"/>
            </a:solidFill>
            <a:prstDash val="solid"/>
            <a:miter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262240" y="3429719"/>
            <a:ext cx="661320" cy="164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38" h="459">
                <a:moveTo>
                  <a:pt x="919" y="459"/>
                </a:moveTo>
                <a:lnTo>
                  <a:pt x="1608" y="459"/>
                </a:lnTo>
                <a:lnTo>
                  <a:pt x="1631" y="458"/>
                </a:lnTo>
                <a:lnTo>
                  <a:pt x="1654" y="454"/>
                </a:lnTo>
                <a:lnTo>
                  <a:pt x="1676" y="449"/>
                </a:lnTo>
                <a:lnTo>
                  <a:pt x="1697" y="441"/>
                </a:lnTo>
                <a:lnTo>
                  <a:pt x="1718" y="431"/>
                </a:lnTo>
                <a:lnTo>
                  <a:pt x="1737" y="420"/>
                </a:lnTo>
                <a:lnTo>
                  <a:pt x="1754" y="406"/>
                </a:lnTo>
                <a:lnTo>
                  <a:pt x="1771" y="391"/>
                </a:lnTo>
                <a:lnTo>
                  <a:pt x="1785" y="375"/>
                </a:lnTo>
                <a:lnTo>
                  <a:pt x="1799" y="357"/>
                </a:lnTo>
                <a:lnTo>
                  <a:pt x="1810" y="338"/>
                </a:lnTo>
                <a:lnTo>
                  <a:pt x="1820" y="318"/>
                </a:lnTo>
                <a:lnTo>
                  <a:pt x="1828" y="297"/>
                </a:lnTo>
                <a:lnTo>
                  <a:pt x="1833" y="275"/>
                </a:lnTo>
                <a:lnTo>
                  <a:pt x="1837" y="252"/>
                </a:lnTo>
                <a:lnTo>
                  <a:pt x="1838" y="229"/>
                </a:lnTo>
                <a:lnTo>
                  <a:pt x="1837" y="206"/>
                </a:lnTo>
                <a:lnTo>
                  <a:pt x="1833" y="183"/>
                </a:lnTo>
                <a:lnTo>
                  <a:pt x="1828" y="161"/>
                </a:lnTo>
                <a:lnTo>
                  <a:pt x="1820" y="140"/>
                </a:lnTo>
                <a:lnTo>
                  <a:pt x="1810" y="120"/>
                </a:lnTo>
                <a:lnTo>
                  <a:pt x="1799" y="101"/>
                </a:lnTo>
                <a:lnTo>
                  <a:pt x="1785" y="83"/>
                </a:lnTo>
                <a:lnTo>
                  <a:pt x="1771" y="67"/>
                </a:lnTo>
                <a:lnTo>
                  <a:pt x="1754" y="52"/>
                </a:lnTo>
                <a:lnTo>
                  <a:pt x="1737" y="39"/>
                </a:lnTo>
                <a:lnTo>
                  <a:pt x="1718" y="28"/>
                </a:lnTo>
                <a:lnTo>
                  <a:pt x="1697" y="18"/>
                </a:lnTo>
                <a:lnTo>
                  <a:pt x="1676" y="10"/>
                </a:lnTo>
                <a:lnTo>
                  <a:pt x="1654" y="5"/>
                </a:lnTo>
                <a:lnTo>
                  <a:pt x="1631" y="1"/>
                </a:lnTo>
                <a:lnTo>
                  <a:pt x="1608" y="0"/>
                </a:lnTo>
                <a:lnTo>
                  <a:pt x="229" y="0"/>
                </a:lnTo>
                <a:lnTo>
                  <a:pt x="205" y="1"/>
                </a:lnTo>
                <a:lnTo>
                  <a:pt x="183" y="5"/>
                </a:lnTo>
                <a:lnTo>
                  <a:pt x="161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3" y="52"/>
                </a:lnTo>
                <a:lnTo>
                  <a:pt x="67" y="67"/>
                </a:lnTo>
                <a:lnTo>
                  <a:pt x="52" y="83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1"/>
                </a:lnTo>
                <a:lnTo>
                  <a:pt x="5" y="183"/>
                </a:lnTo>
                <a:lnTo>
                  <a:pt x="1" y="206"/>
                </a:lnTo>
                <a:lnTo>
                  <a:pt x="0" y="229"/>
                </a:lnTo>
                <a:lnTo>
                  <a:pt x="1" y="252"/>
                </a:lnTo>
                <a:lnTo>
                  <a:pt x="5" y="275"/>
                </a:lnTo>
                <a:lnTo>
                  <a:pt x="10" y="297"/>
                </a:lnTo>
                <a:lnTo>
                  <a:pt x="18" y="318"/>
                </a:lnTo>
                <a:lnTo>
                  <a:pt x="28" y="338"/>
                </a:lnTo>
                <a:lnTo>
                  <a:pt x="39" y="357"/>
                </a:lnTo>
                <a:lnTo>
                  <a:pt x="52" y="375"/>
                </a:lnTo>
                <a:lnTo>
                  <a:pt x="67" y="391"/>
                </a:lnTo>
                <a:lnTo>
                  <a:pt x="83" y="406"/>
                </a:lnTo>
                <a:lnTo>
                  <a:pt x="101" y="420"/>
                </a:lnTo>
                <a:lnTo>
                  <a:pt x="120" y="431"/>
                </a:lnTo>
                <a:lnTo>
                  <a:pt x="140" y="441"/>
                </a:lnTo>
                <a:lnTo>
                  <a:pt x="161" y="449"/>
                </a:lnTo>
                <a:lnTo>
                  <a:pt x="183" y="454"/>
                </a:lnTo>
                <a:lnTo>
                  <a:pt x="205" y="458"/>
                </a:lnTo>
                <a:lnTo>
                  <a:pt x="229" y="459"/>
                </a:lnTo>
                <a:close/>
              </a:path>
            </a:pathLst>
          </a:cu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325960" y="3592800"/>
            <a:ext cx="533520" cy="16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3" h="460">
                <a:moveTo>
                  <a:pt x="742" y="460"/>
                </a:moveTo>
                <a:lnTo>
                  <a:pt x="1254" y="460"/>
                </a:lnTo>
                <a:lnTo>
                  <a:pt x="1277" y="459"/>
                </a:lnTo>
                <a:lnTo>
                  <a:pt x="1300" y="455"/>
                </a:lnTo>
                <a:lnTo>
                  <a:pt x="1322" y="450"/>
                </a:lnTo>
                <a:lnTo>
                  <a:pt x="1343" y="442"/>
                </a:lnTo>
                <a:lnTo>
                  <a:pt x="1363" y="432"/>
                </a:lnTo>
                <a:lnTo>
                  <a:pt x="1382" y="421"/>
                </a:lnTo>
                <a:lnTo>
                  <a:pt x="1400" y="407"/>
                </a:lnTo>
                <a:lnTo>
                  <a:pt x="1416" y="393"/>
                </a:lnTo>
                <a:lnTo>
                  <a:pt x="1431" y="376"/>
                </a:lnTo>
                <a:lnTo>
                  <a:pt x="1444" y="359"/>
                </a:lnTo>
                <a:lnTo>
                  <a:pt x="1455" y="340"/>
                </a:lnTo>
                <a:lnTo>
                  <a:pt x="1465" y="319"/>
                </a:lnTo>
                <a:lnTo>
                  <a:pt x="1473" y="298"/>
                </a:lnTo>
                <a:lnTo>
                  <a:pt x="1478" y="276"/>
                </a:lnTo>
                <a:lnTo>
                  <a:pt x="1482" y="253"/>
                </a:lnTo>
                <a:lnTo>
                  <a:pt x="1483" y="230"/>
                </a:lnTo>
                <a:lnTo>
                  <a:pt x="1483" y="230"/>
                </a:lnTo>
                <a:lnTo>
                  <a:pt x="1482" y="206"/>
                </a:lnTo>
                <a:lnTo>
                  <a:pt x="1478" y="184"/>
                </a:lnTo>
                <a:lnTo>
                  <a:pt x="1473" y="162"/>
                </a:lnTo>
                <a:lnTo>
                  <a:pt x="1465" y="140"/>
                </a:lnTo>
                <a:lnTo>
                  <a:pt x="1455" y="120"/>
                </a:lnTo>
                <a:lnTo>
                  <a:pt x="1444" y="101"/>
                </a:lnTo>
                <a:lnTo>
                  <a:pt x="1431" y="84"/>
                </a:lnTo>
                <a:lnTo>
                  <a:pt x="1416" y="67"/>
                </a:lnTo>
                <a:lnTo>
                  <a:pt x="1400" y="53"/>
                </a:lnTo>
                <a:lnTo>
                  <a:pt x="1382" y="39"/>
                </a:lnTo>
                <a:lnTo>
                  <a:pt x="1363" y="28"/>
                </a:lnTo>
                <a:lnTo>
                  <a:pt x="1343" y="18"/>
                </a:lnTo>
                <a:lnTo>
                  <a:pt x="1322" y="10"/>
                </a:lnTo>
                <a:lnTo>
                  <a:pt x="1300" y="5"/>
                </a:lnTo>
                <a:lnTo>
                  <a:pt x="1277" y="1"/>
                </a:lnTo>
                <a:lnTo>
                  <a:pt x="1254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7"/>
                </a:lnTo>
                <a:lnTo>
                  <a:pt x="53" y="84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2"/>
                </a:lnTo>
                <a:lnTo>
                  <a:pt x="5" y="184"/>
                </a:lnTo>
                <a:lnTo>
                  <a:pt x="1" y="206"/>
                </a:lnTo>
                <a:lnTo>
                  <a:pt x="0" y="230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40"/>
                </a:lnTo>
                <a:lnTo>
                  <a:pt x="39" y="359"/>
                </a:lnTo>
                <a:lnTo>
                  <a:pt x="53" y="376"/>
                </a:lnTo>
                <a:lnTo>
                  <a:pt x="67" y="393"/>
                </a:lnTo>
                <a:lnTo>
                  <a:pt x="84" y="407"/>
                </a:lnTo>
                <a:lnTo>
                  <a:pt x="101" y="421"/>
                </a:lnTo>
                <a:lnTo>
                  <a:pt x="120" y="432"/>
                </a:lnTo>
                <a:lnTo>
                  <a:pt x="140" y="442"/>
                </a:lnTo>
                <a:lnTo>
                  <a:pt x="162" y="450"/>
                </a:lnTo>
                <a:lnTo>
                  <a:pt x="184" y="455"/>
                </a:lnTo>
                <a:lnTo>
                  <a:pt x="206" y="459"/>
                </a:lnTo>
                <a:lnTo>
                  <a:pt x="230" y="460"/>
                </a:lnTo>
                <a:close/>
              </a:path>
            </a:pathLst>
          </a:cu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2273760" y="2201039"/>
            <a:ext cx="645480" cy="1228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94" h="3414">
                <a:moveTo>
                  <a:pt x="651" y="3414"/>
                </a:moveTo>
                <a:lnTo>
                  <a:pt x="665" y="2552"/>
                </a:lnTo>
                <a:lnTo>
                  <a:pt x="673" y="2098"/>
                </a:lnTo>
                <a:lnTo>
                  <a:pt x="683" y="1805"/>
                </a:lnTo>
                <a:lnTo>
                  <a:pt x="689" y="1752"/>
                </a:lnTo>
                <a:lnTo>
                  <a:pt x="702" y="1703"/>
                </a:lnTo>
                <a:lnTo>
                  <a:pt x="720" y="1656"/>
                </a:lnTo>
                <a:lnTo>
                  <a:pt x="743" y="1612"/>
                </a:lnTo>
                <a:lnTo>
                  <a:pt x="772" y="1569"/>
                </a:lnTo>
                <a:lnTo>
                  <a:pt x="804" y="1529"/>
                </a:lnTo>
                <a:lnTo>
                  <a:pt x="881" y="1454"/>
                </a:lnTo>
                <a:lnTo>
                  <a:pt x="971" y="1385"/>
                </a:lnTo>
                <a:lnTo>
                  <a:pt x="1069" y="1320"/>
                </a:lnTo>
                <a:lnTo>
                  <a:pt x="1280" y="1194"/>
                </a:lnTo>
                <a:lnTo>
                  <a:pt x="1484" y="1065"/>
                </a:lnTo>
                <a:lnTo>
                  <a:pt x="1576" y="995"/>
                </a:lnTo>
                <a:lnTo>
                  <a:pt x="1656" y="918"/>
                </a:lnTo>
                <a:lnTo>
                  <a:pt x="1691" y="877"/>
                </a:lnTo>
                <a:lnTo>
                  <a:pt x="1721" y="834"/>
                </a:lnTo>
                <a:lnTo>
                  <a:pt x="1747" y="789"/>
                </a:lnTo>
                <a:lnTo>
                  <a:pt x="1767" y="741"/>
                </a:lnTo>
                <a:lnTo>
                  <a:pt x="1782" y="690"/>
                </a:lnTo>
                <a:lnTo>
                  <a:pt x="1791" y="637"/>
                </a:lnTo>
                <a:lnTo>
                  <a:pt x="1794" y="580"/>
                </a:lnTo>
                <a:lnTo>
                  <a:pt x="1790" y="520"/>
                </a:lnTo>
                <a:lnTo>
                  <a:pt x="1781" y="472"/>
                </a:lnTo>
                <a:lnTo>
                  <a:pt x="1766" y="430"/>
                </a:lnTo>
                <a:lnTo>
                  <a:pt x="1746" y="393"/>
                </a:lnTo>
                <a:lnTo>
                  <a:pt x="1721" y="362"/>
                </a:lnTo>
                <a:lnTo>
                  <a:pt x="1692" y="336"/>
                </a:lnTo>
                <a:lnTo>
                  <a:pt x="1659" y="314"/>
                </a:lnTo>
                <a:lnTo>
                  <a:pt x="1623" y="298"/>
                </a:lnTo>
                <a:lnTo>
                  <a:pt x="1583" y="286"/>
                </a:lnTo>
                <a:lnTo>
                  <a:pt x="1541" y="278"/>
                </a:lnTo>
                <a:lnTo>
                  <a:pt x="1497" y="274"/>
                </a:lnTo>
                <a:lnTo>
                  <a:pt x="1405" y="277"/>
                </a:lnTo>
                <a:lnTo>
                  <a:pt x="1309" y="294"/>
                </a:lnTo>
                <a:lnTo>
                  <a:pt x="1213" y="322"/>
                </a:lnTo>
                <a:lnTo>
                  <a:pt x="1122" y="360"/>
                </a:lnTo>
                <a:lnTo>
                  <a:pt x="1037" y="406"/>
                </a:lnTo>
                <a:lnTo>
                  <a:pt x="963" y="458"/>
                </a:lnTo>
                <a:lnTo>
                  <a:pt x="931" y="486"/>
                </a:lnTo>
                <a:lnTo>
                  <a:pt x="903" y="515"/>
                </a:lnTo>
                <a:lnTo>
                  <a:pt x="880" y="545"/>
                </a:lnTo>
                <a:lnTo>
                  <a:pt x="861" y="574"/>
                </a:lnTo>
                <a:lnTo>
                  <a:pt x="848" y="604"/>
                </a:lnTo>
                <a:lnTo>
                  <a:pt x="841" y="634"/>
                </a:lnTo>
                <a:lnTo>
                  <a:pt x="839" y="664"/>
                </a:lnTo>
                <a:lnTo>
                  <a:pt x="845" y="694"/>
                </a:lnTo>
                <a:lnTo>
                  <a:pt x="857" y="722"/>
                </a:lnTo>
                <a:lnTo>
                  <a:pt x="877" y="750"/>
                </a:lnTo>
                <a:lnTo>
                  <a:pt x="895" y="768"/>
                </a:lnTo>
                <a:lnTo>
                  <a:pt x="913" y="783"/>
                </a:lnTo>
                <a:lnTo>
                  <a:pt x="931" y="793"/>
                </a:lnTo>
                <a:lnTo>
                  <a:pt x="949" y="799"/>
                </a:lnTo>
                <a:lnTo>
                  <a:pt x="966" y="802"/>
                </a:lnTo>
                <a:lnTo>
                  <a:pt x="982" y="801"/>
                </a:lnTo>
                <a:lnTo>
                  <a:pt x="999" y="796"/>
                </a:lnTo>
                <a:lnTo>
                  <a:pt x="1014" y="789"/>
                </a:lnTo>
                <a:lnTo>
                  <a:pt x="1029" y="779"/>
                </a:lnTo>
                <a:lnTo>
                  <a:pt x="1043" y="766"/>
                </a:lnTo>
                <a:lnTo>
                  <a:pt x="1057" y="750"/>
                </a:lnTo>
                <a:lnTo>
                  <a:pt x="1069" y="732"/>
                </a:lnTo>
                <a:lnTo>
                  <a:pt x="1090" y="690"/>
                </a:lnTo>
                <a:lnTo>
                  <a:pt x="1107" y="642"/>
                </a:lnTo>
                <a:lnTo>
                  <a:pt x="1118" y="588"/>
                </a:lnTo>
                <a:lnTo>
                  <a:pt x="1123" y="530"/>
                </a:lnTo>
                <a:lnTo>
                  <a:pt x="1121" y="470"/>
                </a:lnTo>
                <a:lnTo>
                  <a:pt x="1112" y="410"/>
                </a:lnTo>
                <a:lnTo>
                  <a:pt x="1095" y="351"/>
                </a:lnTo>
                <a:lnTo>
                  <a:pt x="1069" y="295"/>
                </a:lnTo>
                <a:lnTo>
                  <a:pt x="1052" y="269"/>
                </a:lnTo>
                <a:lnTo>
                  <a:pt x="1033" y="244"/>
                </a:lnTo>
                <a:lnTo>
                  <a:pt x="1011" y="220"/>
                </a:lnTo>
                <a:lnTo>
                  <a:pt x="987" y="198"/>
                </a:lnTo>
                <a:lnTo>
                  <a:pt x="955" y="174"/>
                </a:lnTo>
                <a:lnTo>
                  <a:pt x="912" y="147"/>
                </a:lnTo>
                <a:lnTo>
                  <a:pt x="861" y="119"/>
                </a:lnTo>
                <a:lnTo>
                  <a:pt x="803" y="90"/>
                </a:lnTo>
                <a:lnTo>
                  <a:pt x="738" y="64"/>
                </a:lnTo>
                <a:lnTo>
                  <a:pt x="669" y="40"/>
                </a:lnTo>
                <a:lnTo>
                  <a:pt x="597" y="20"/>
                </a:lnTo>
                <a:lnTo>
                  <a:pt x="522" y="6"/>
                </a:lnTo>
                <a:lnTo>
                  <a:pt x="447" y="0"/>
                </a:lnTo>
                <a:lnTo>
                  <a:pt x="373" y="2"/>
                </a:lnTo>
                <a:lnTo>
                  <a:pt x="301" y="15"/>
                </a:lnTo>
                <a:lnTo>
                  <a:pt x="266" y="25"/>
                </a:lnTo>
                <a:lnTo>
                  <a:pt x="232" y="39"/>
                </a:lnTo>
                <a:lnTo>
                  <a:pt x="200" y="56"/>
                </a:lnTo>
                <a:lnTo>
                  <a:pt x="168" y="76"/>
                </a:lnTo>
                <a:lnTo>
                  <a:pt x="139" y="100"/>
                </a:lnTo>
                <a:lnTo>
                  <a:pt x="111" y="127"/>
                </a:lnTo>
                <a:lnTo>
                  <a:pt x="84" y="159"/>
                </a:lnTo>
                <a:lnTo>
                  <a:pt x="60" y="195"/>
                </a:lnTo>
                <a:lnTo>
                  <a:pt x="38" y="235"/>
                </a:lnTo>
                <a:lnTo>
                  <a:pt x="19" y="280"/>
                </a:lnTo>
                <a:lnTo>
                  <a:pt x="6" y="325"/>
                </a:lnTo>
                <a:lnTo>
                  <a:pt x="0" y="371"/>
                </a:lnTo>
                <a:lnTo>
                  <a:pt x="2" y="417"/>
                </a:lnTo>
                <a:lnTo>
                  <a:pt x="11" y="463"/>
                </a:lnTo>
                <a:lnTo>
                  <a:pt x="26" y="510"/>
                </a:lnTo>
                <a:lnTo>
                  <a:pt x="47" y="556"/>
                </a:lnTo>
                <a:lnTo>
                  <a:pt x="106" y="651"/>
                </a:lnTo>
                <a:lnTo>
                  <a:pt x="182" y="745"/>
                </a:lnTo>
                <a:lnTo>
                  <a:pt x="273" y="841"/>
                </a:lnTo>
                <a:lnTo>
                  <a:pt x="481" y="1031"/>
                </a:lnTo>
                <a:lnTo>
                  <a:pt x="700" y="1219"/>
                </a:lnTo>
                <a:lnTo>
                  <a:pt x="898" y="1402"/>
                </a:lnTo>
                <a:lnTo>
                  <a:pt x="979" y="1492"/>
                </a:lnTo>
                <a:lnTo>
                  <a:pt x="1043" y="1580"/>
                </a:lnTo>
                <a:lnTo>
                  <a:pt x="1068" y="1623"/>
                </a:lnTo>
                <a:lnTo>
                  <a:pt x="1087" y="1665"/>
                </a:lnTo>
                <a:lnTo>
                  <a:pt x="1100" y="1707"/>
                </a:lnTo>
                <a:lnTo>
                  <a:pt x="1106" y="1748"/>
                </a:lnTo>
                <a:lnTo>
                  <a:pt x="1111" y="1906"/>
                </a:lnTo>
                <a:lnTo>
                  <a:pt x="1111" y="2136"/>
                </a:lnTo>
                <a:lnTo>
                  <a:pt x="1101" y="2694"/>
                </a:lnTo>
                <a:lnTo>
                  <a:pt x="1080" y="3414"/>
                </a:lnTo>
                <a:close/>
              </a:path>
            </a:pathLst>
          </a:cu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>
            <a:off x="2593080" y="1108800"/>
            <a:ext cx="0" cy="24192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3427559" y="1458719"/>
            <a:ext cx="171361" cy="17100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3621960" y="2394719"/>
            <a:ext cx="241559" cy="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1587240" y="1458719"/>
            <a:ext cx="170999" cy="17100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1322280" y="2394719"/>
            <a:ext cx="241920" cy="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1862280" y="1703880"/>
            <a:ext cx="1409399" cy="1697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16" h="4716">
                <a:moveTo>
                  <a:pt x="1958" y="0"/>
                </a:moveTo>
                <a:lnTo>
                  <a:pt x="1958" y="0"/>
                </a:lnTo>
                <a:lnTo>
                  <a:pt x="1958" y="0"/>
                </a:lnTo>
                <a:lnTo>
                  <a:pt x="1825" y="4"/>
                </a:lnTo>
                <a:lnTo>
                  <a:pt x="1697" y="16"/>
                </a:lnTo>
                <a:lnTo>
                  <a:pt x="1572" y="36"/>
                </a:lnTo>
                <a:lnTo>
                  <a:pt x="1450" y="64"/>
                </a:lnTo>
                <a:lnTo>
                  <a:pt x="1331" y="100"/>
                </a:lnTo>
                <a:lnTo>
                  <a:pt x="1213" y="146"/>
                </a:lnTo>
                <a:lnTo>
                  <a:pt x="1096" y="200"/>
                </a:lnTo>
                <a:lnTo>
                  <a:pt x="979" y="263"/>
                </a:lnTo>
                <a:lnTo>
                  <a:pt x="866" y="333"/>
                </a:lnTo>
                <a:lnTo>
                  <a:pt x="761" y="407"/>
                </a:lnTo>
                <a:lnTo>
                  <a:pt x="662" y="486"/>
                </a:lnTo>
                <a:lnTo>
                  <a:pt x="571" y="571"/>
                </a:lnTo>
                <a:lnTo>
                  <a:pt x="486" y="663"/>
                </a:lnTo>
                <a:lnTo>
                  <a:pt x="406" y="761"/>
                </a:lnTo>
                <a:lnTo>
                  <a:pt x="332" y="866"/>
                </a:lnTo>
                <a:lnTo>
                  <a:pt x="262" y="979"/>
                </a:lnTo>
                <a:lnTo>
                  <a:pt x="199" y="1096"/>
                </a:lnTo>
                <a:lnTo>
                  <a:pt x="145" y="1213"/>
                </a:lnTo>
                <a:lnTo>
                  <a:pt x="100" y="1331"/>
                </a:lnTo>
                <a:lnTo>
                  <a:pt x="63" y="1451"/>
                </a:lnTo>
                <a:lnTo>
                  <a:pt x="35" y="1572"/>
                </a:lnTo>
                <a:lnTo>
                  <a:pt x="16" y="1697"/>
                </a:lnTo>
                <a:lnTo>
                  <a:pt x="4" y="1825"/>
                </a:lnTo>
                <a:lnTo>
                  <a:pt x="0" y="1958"/>
                </a:lnTo>
                <a:lnTo>
                  <a:pt x="0" y="1958"/>
                </a:lnTo>
                <a:lnTo>
                  <a:pt x="0" y="1958"/>
                </a:lnTo>
                <a:lnTo>
                  <a:pt x="4" y="2090"/>
                </a:lnTo>
                <a:lnTo>
                  <a:pt x="16" y="2219"/>
                </a:lnTo>
                <a:lnTo>
                  <a:pt x="35" y="2343"/>
                </a:lnTo>
                <a:lnTo>
                  <a:pt x="64" y="2465"/>
                </a:lnTo>
                <a:lnTo>
                  <a:pt x="100" y="2584"/>
                </a:lnTo>
                <a:lnTo>
                  <a:pt x="145" y="2702"/>
                </a:lnTo>
                <a:lnTo>
                  <a:pt x="199" y="2818"/>
                </a:lnTo>
                <a:lnTo>
                  <a:pt x="262" y="2935"/>
                </a:lnTo>
                <a:lnTo>
                  <a:pt x="332" y="3048"/>
                </a:lnTo>
                <a:lnTo>
                  <a:pt x="406" y="3153"/>
                </a:lnTo>
                <a:lnTo>
                  <a:pt x="486" y="3251"/>
                </a:lnTo>
                <a:lnTo>
                  <a:pt x="571" y="3343"/>
                </a:lnTo>
                <a:lnTo>
                  <a:pt x="663" y="3428"/>
                </a:lnTo>
                <a:lnTo>
                  <a:pt x="761" y="3508"/>
                </a:lnTo>
                <a:lnTo>
                  <a:pt x="866" y="3582"/>
                </a:lnTo>
                <a:lnTo>
                  <a:pt x="979" y="3652"/>
                </a:lnTo>
                <a:lnTo>
                  <a:pt x="1061" y="3697"/>
                </a:lnTo>
                <a:lnTo>
                  <a:pt x="1141" y="3736"/>
                </a:lnTo>
                <a:lnTo>
                  <a:pt x="1224" y="3771"/>
                </a:lnTo>
                <a:lnTo>
                  <a:pt x="1311" y="3804"/>
                </a:lnTo>
                <a:lnTo>
                  <a:pt x="1311" y="3807"/>
                </a:lnTo>
                <a:lnTo>
                  <a:pt x="1311" y="4486"/>
                </a:lnTo>
                <a:lnTo>
                  <a:pt x="1312" y="4509"/>
                </a:lnTo>
                <a:lnTo>
                  <a:pt x="1316" y="4532"/>
                </a:lnTo>
                <a:lnTo>
                  <a:pt x="1321" y="4554"/>
                </a:lnTo>
                <a:lnTo>
                  <a:pt x="1329" y="4575"/>
                </a:lnTo>
                <a:lnTo>
                  <a:pt x="1339" y="4595"/>
                </a:lnTo>
                <a:lnTo>
                  <a:pt x="1350" y="4614"/>
                </a:lnTo>
                <a:lnTo>
                  <a:pt x="1363" y="4632"/>
                </a:lnTo>
                <a:lnTo>
                  <a:pt x="1378" y="4648"/>
                </a:lnTo>
                <a:lnTo>
                  <a:pt x="1395" y="4663"/>
                </a:lnTo>
                <a:lnTo>
                  <a:pt x="1412" y="4676"/>
                </a:lnTo>
                <a:lnTo>
                  <a:pt x="1431" y="4688"/>
                </a:lnTo>
                <a:lnTo>
                  <a:pt x="1451" y="4698"/>
                </a:lnTo>
                <a:lnTo>
                  <a:pt x="1473" y="4705"/>
                </a:lnTo>
                <a:lnTo>
                  <a:pt x="1495" y="4711"/>
                </a:lnTo>
                <a:lnTo>
                  <a:pt x="1517" y="4715"/>
                </a:lnTo>
                <a:lnTo>
                  <a:pt x="1541" y="4716"/>
                </a:lnTo>
                <a:lnTo>
                  <a:pt x="2375" y="4716"/>
                </a:lnTo>
                <a:lnTo>
                  <a:pt x="2398" y="4715"/>
                </a:lnTo>
                <a:lnTo>
                  <a:pt x="2421" y="4711"/>
                </a:lnTo>
                <a:lnTo>
                  <a:pt x="2443" y="4705"/>
                </a:lnTo>
                <a:lnTo>
                  <a:pt x="2464" y="4698"/>
                </a:lnTo>
                <a:lnTo>
                  <a:pt x="2485" y="4688"/>
                </a:lnTo>
                <a:lnTo>
                  <a:pt x="2503" y="4676"/>
                </a:lnTo>
                <a:lnTo>
                  <a:pt x="2521" y="4663"/>
                </a:lnTo>
                <a:lnTo>
                  <a:pt x="2538" y="4648"/>
                </a:lnTo>
                <a:lnTo>
                  <a:pt x="2552" y="4632"/>
                </a:lnTo>
                <a:lnTo>
                  <a:pt x="2566" y="4614"/>
                </a:lnTo>
                <a:lnTo>
                  <a:pt x="2577" y="4595"/>
                </a:lnTo>
                <a:lnTo>
                  <a:pt x="2587" y="4575"/>
                </a:lnTo>
                <a:lnTo>
                  <a:pt x="2595" y="4554"/>
                </a:lnTo>
                <a:lnTo>
                  <a:pt x="2600" y="4532"/>
                </a:lnTo>
                <a:lnTo>
                  <a:pt x="2604" y="4509"/>
                </a:lnTo>
                <a:lnTo>
                  <a:pt x="2605" y="4486"/>
                </a:lnTo>
                <a:lnTo>
                  <a:pt x="2605" y="3807"/>
                </a:lnTo>
                <a:lnTo>
                  <a:pt x="2605" y="3807"/>
                </a:lnTo>
                <a:lnTo>
                  <a:pt x="2605" y="3806"/>
                </a:lnTo>
                <a:lnTo>
                  <a:pt x="2605" y="3806"/>
                </a:lnTo>
                <a:lnTo>
                  <a:pt x="2605" y="3806"/>
                </a:lnTo>
                <a:lnTo>
                  <a:pt x="2605" y="3806"/>
                </a:lnTo>
                <a:lnTo>
                  <a:pt x="2604" y="3805"/>
                </a:lnTo>
                <a:lnTo>
                  <a:pt x="2604" y="3805"/>
                </a:lnTo>
                <a:lnTo>
                  <a:pt x="2604" y="3805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92" y="3771"/>
                </a:lnTo>
                <a:lnTo>
                  <a:pt x="2774" y="3736"/>
                </a:lnTo>
                <a:lnTo>
                  <a:pt x="2855" y="3697"/>
                </a:lnTo>
                <a:lnTo>
                  <a:pt x="2937" y="3652"/>
                </a:lnTo>
                <a:lnTo>
                  <a:pt x="3050" y="3582"/>
                </a:lnTo>
                <a:lnTo>
                  <a:pt x="3155" y="3508"/>
                </a:lnTo>
                <a:lnTo>
                  <a:pt x="3253" y="3428"/>
                </a:lnTo>
                <a:lnTo>
                  <a:pt x="3345" y="3343"/>
                </a:lnTo>
                <a:lnTo>
                  <a:pt x="3430" y="3251"/>
                </a:lnTo>
                <a:lnTo>
                  <a:pt x="3509" y="3153"/>
                </a:lnTo>
                <a:lnTo>
                  <a:pt x="3584" y="3048"/>
                </a:lnTo>
                <a:lnTo>
                  <a:pt x="3654" y="2935"/>
                </a:lnTo>
                <a:lnTo>
                  <a:pt x="3717" y="2818"/>
                </a:lnTo>
                <a:lnTo>
                  <a:pt x="3771" y="2702"/>
                </a:lnTo>
                <a:lnTo>
                  <a:pt x="3816" y="2584"/>
                </a:lnTo>
                <a:lnTo>
                  <a:pt x="3852" y="2465"/>
                </a:lnTo>
                <a:lnTo>
                  <a:pt x="3880" y="2343"/>
                </a:lnTo>
                <a:lnTo>
                  <a:pt x="3900" y="2219"/>
                </a:lnTo>
                <a:lnTo>
                  <a:pt x="3912" y="2090"/>
                </a:lnTo>
                <a:lnTo>
                  <a:pt x="3916" y="1958"/>
                </a:lnTo>
                <a:lnTo>
                  <a:pt x="3916" y="1958"/>
                </a:lnTo>
                <a:lnTo>
                  <a:pt x="3916" y="1958"/>
                </a:lnTo>
                <a:lnTo>
                  <a:pt x="3912" y="1825"/>
                </a:lnTo>
                <a:lnTo>
                  <a:pt x="3900" y="1697"/>
                </a:lnTo>
                <a:lnTo>
                  <a:pt x="3881" y="1572"/>
                </a:lnTo>
                <a:lnTo>
                  <a:pt x="3853" y="1451"/>
                </a:lnTo>
                <a:lnTo>
                  <a:pt x="3816" y="1331"/>
                </a:lnTo>
                <a:lnTo>
                  <a:pt x="3771" y="1213"/>
                </a:lnTo>
                <a:lnTo>
                  <a:pt x="3717" y="1096"/>
                </a:lnTo>
                <a:lnTo>
                  <a:pt x="3654" y="979"/>
                </a:lnTo>
                <a:lnTo>
                  <a:pt x="3584" y="866"/>
                </a:lnTo>
                <a:lnTo>
                  <a:pt x="3510" y="761"/>
                </a:lnTo>
                <a:lnTo>
                  <a:pt x="3430" y="663"/>
                </a:lnTo>
                <a:lnTo>
                  <a:pt x="3345" y="571"/>
                </a:lnTo>
                <a:lnTo>
                  <a:pt x="3253" y="486"/>
                </a:lnTo>
                <a:lnTo>
                  <a:pt x="3155" y="407"/>
                </a:lnTo>
                <a:lnTo>
                  <a:pt x="3050" y="333"/>
                </a:lnTo>
                <a:lnTo>
                  <a:pt x="2937" y="263"/>
                </a:lnTo>
                <a:lnTo>
                  <a:pt x="2820" y="200"/>
                </a:lnTo>
                <a:lnTo>
                  <a:pt x="2703" y="146"/>
                </a:lnTo>
                <a:lnTo>
                  <a:pt x="2585" y="100"/>
                </a:lnTo>
                <a:lnTo>
                  <a:pt x="2465" y="64"/>
                </a:lnTo>
                <a:lnTo>
                  <a:pt x="2344" y="36"/>
                </a:lnTo>
                <a:lnTo>
                  <a:pt x="2219" y="16"/>
                </a:lnTo>
                <a:lnTo>
                  <a:pt x="2091" y="4"/>
                </a:lnTo>
                <a:close/>
              </a:path>
            </a:pathLst>
          </a:custGeom>
          <a:noFill/>
          <a:ln w="70920" cap="sq">
            <a:solidFill>
              <a:srgbClr val="000000"/>
            </a:solidFill>
            <a:prstDash val="solid"/>
            <a:miter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236320" y="3401279"/>
            <a:ext cx="661320" cy="164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38" h="459">
                <a:moveTo>
                  <a:pt x="919" y="459"/>
                </a:moveTo>
                <a:lnTo>
                  <a:pt x="1608" y="459"/>
                </a:lnTo>
                <a:lnTo>
                  <a:pt x="1631" y="458"/>
                </a:lnTo>
                <a:lnTo>
                  <a:pt x="1654" y="454"/>
                </a:lnTo>
                <a:lnTo>
                  <a:pt x="1676" y="449"/>
                </a:lnTo>
                <a:lnTo>
                  <a:pt x="1697" y="441"/>
                </a:lnTo>
                <a:lnTo>
                  <a:pt x="1718" y="431"/>
                </a:lnTo>
                <a:lnTo>
                  <a:pt x="1737" y="420"/>
                </a:lnTo>
                <a:lnTo>
                  <a:pt x="1754" y="407"/>
                </a:lnTo>
                <a:lnTo>
                  <a:pt x="1771" y="392"/>
                </a:lnTo>
                <a:lnTo>
                  <a:pt x="1785" y="376"/>
                </a:lnTo>
                <a:lnTo>
                  <a:pt x="1799" y="358"/>
                </a:lnTo>
                <a:lnTo>
                  <a:pt x="1810" y="339"/>
                </a:lnTo>
                <a:lnTo>
                  <a:pt x="1820" y="319"/>
                </a:lnTo>
                <a:lnTo>
                  <a:pt x="1828" y="298"/>
                </a:lnTo>
                <a:lnTo>
                  <a:pt x="1833" y="276"/>
                </a:lnTo>
                <a:lnTo>
                  <a:pt x="1837" y="253"/>
                </a:lnTo>
                <a:lnTo>
                  <a:pt x="1838" y="230"/>
                </a:lnTo>
                <a:lnTo>
                  <a:pt x="1837" y="207"/>
                </a:lnTo>
                <a:lnTo>
                  <a:pt x="1833" y="184"/>
                </a:lnTo>
                <a:lnTo>
                  <a:pt x="1828" y="162"/>
                </a:lnTo>
                <a:lnTo>
                  <a:pt x="1820" y="141"/>
                </a:lnTo>
                <a:lnTo>
                  <a:pt x="1810" y="121"/>
                </a:lnTo>
                <a:lnTo>
                  <a:pt x="1799" y="102"/>
                </a:lnTo>
                <a:lnTo>
                  <a:pt x="1785" y="84"/>
                </a:lnTo>
                <a:lnTo>
                  <a:pt x="1771" y="68"/>
                </a:lnTo>
                <a:lnTo>
                  <a:pt x="1754" y="53"/>
                </a:lnTo>
                <a:lnTo>
                  <a:pt x="1737" y="39"/>
                </a:lnTo>
                <a:lnTo>
                  <a:pt x="1718" y="28"/>
                </a:lnTo>
                <a:lnTo>
                  <a:pt x="1697" y="18"/>
                </a:lnTo>
                <a:lnTo>
                  <a:pt x="1676" y="10"/>
                </a:lnTo>
                <a:lnTo>
                  <a:pt x="1654" y="5"/>
                </a:lnTo>
                <a:lnTo>
                  <a:pt x="1631" y="1"/>
                </a:lnTo>
                <a:lnTo>
                  <a:pt x="1608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8"/>
                </a:lnTo>
                <a:lnTo>
                  <a:pt x="53" y="84"/>
                </a:lnTo>
                <a:lnTo>
                  <a:pt x="39" y="102"/>
                </a:lnTo>
                <a:lnTo>
                  <a:pt x="28" y="121"/>
                </a:lnTo>
                <a:lnTo>
                  <a:pt x="18" y="141"/>
                </a:lnTo>
                <a:lnTo>
                  <a:pt x="10" y="162"/>
                </a:lnTo>
                <a:lnTo>
                  <a:pt x="5" y="184"/>
                </a:lnTo>
                <a:lnTo>
                  <a:pt x="1" y="207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39"/>
                </a:lnTo>
                <a:lnTo>
                  <a:pt x="39" y="358"/>
                </a:lnTo>
                <a:lnTo>
                  <a:pt x="53" y="376"/>
                </a:lnTo>
                <a:lnTo>
                  <a:pt x="67" y="392"/>
                </a:lnTo>
                <a:lnTo>
                  <a:pt x="84" y="407"/>
                </a:lnTo>
                <a:lnTo>
                  <a:pt x="101" y="420"/>
                </a:lnTo>
                <a:lnTo>
                  <a:pt x="120" y="431"/>
                </a:lnTo>
                <a:lnTo>
                  <a:pt x="140" y="441"/>
                </a:lnTo>
                <a:lnTo>
                  <a:pt x="162" y="449"/>
                </a:lnTo>
                <a:lnTo>
                  <a:pt x="184" y="454"/>
                </a:lnTo>
                <a:lnTo>
                  <a:pt x="206" y="458"/>
                </a:lnTo>
                <a:lnTo>
                  <a:pt x="230" y="459"/>
                </a:lnTo>
                <a:close/>
              </a:path>
            </a:pathLst>
          </a:cu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2300040" y="3564360"/>
            <a:ext cx="533880" cy="16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4" h="460">
                <a:moveTo>
                  <a:pt x="742" y="460"/>
                </a:moveTo>
                <a:lnTo>
                  <a:pt x="1254" y="460"/>
                </a:lnTo>
                <a:lnTo>
                  <a:pt x="1277" y="459"/>
                </a:lnTo>
                <a:lnTo>
                  <a:pt x="1300" y="455"/>
                </a:lnTo>
                <a:lnTo>
                  <a:pt x="1322" y="450"/>
                </a:lnTo>
                <a:lnTo>
                  <a:pt x="1343" y="442"/>
                </a:lnTo>
                <a:lnTo>
                  <a:pt x="1364" y="432"/>
                </a:lnTo>
                <a:lnTo>
                  <a:pt x="1383" y="421"/>
                </a:lnTo>
                <a:lnTo>
                  <a:pt x="1400" y="407"/>
                </a:lnTo>
                <a:lnTo>
                  <a:pt x="1417" y="393"/>
                </a:lnTo>
                <a:lnTo>
                  <a:pt x="1431" y="376"/>
                </a:lnTo>
                <a:lnTo>
                  <a:pt x="1445" y="359"/>
                </a:lnTo>
                <a:lnTo>
                  <a:pt x="1456" y="340"/>
                </a:lnTo>
                <a:lnTo>
                  <a:pt x="1466" y="319"/>
                </a:lnTo>
                <a:lnTo>
                  <a:pt x="1474" y="298"/>
                </a:lnTo>
                <a:lnTo>
                  <a:pt x="1479" y="276"/>
                </a:lnTo>
                <a:lnTo>
                  <a:pt x="1483" y="253"/>
                </a:lnTo>
                <a:lnTo>
                  <a:pt x="1484" y="230"/>
                </a:lnTo>
                <a:lnTo>
                  <a:pt x="1484" y="230"/>
                </a:lnTo>
                <a:lnTo>
                  <a:pt x="1483" y="206"/>
                </a:lnTo>
                <a:lnTo>
                  <a:pt x="1479" y="184"/>
                </a:lnTo>
                <a:lnTo>
                  <a:pt x="1474" y="162"/>
                </a:lnTo>
                <a:lnTo>
                  <a:pt x="1466" y="140"/>
                </a:lnTo>
                <a:lnTo>
                  <a:pt x="1456" y="120"/>
                </a:lnTo>
                <a:lnTo>
                  <a:pt x="1445" y="101"/>
                </a:lnTo>
                <a:lnTo>
                  <a:pt x="1431" y="84"/>
                </a:lnTo>
                <a:lnTo>
                  <a:pt x="1417" y="67"/>
                </a:lnTo>
                <a:lnTo>
                  <a:pt x="1400" y="53"/>
                </a:lnTo>
                <a:lnTo>
                  <a:pt x="1383" y="39"/>
                </a:lnTo>
                <a:lnTo>
                  <a:pt x="1364" y="28"/>
                </a:lnTo>
                <a:lnTo>
                  <a:pt x="1343" y="18"/>
                </a:lnTo>
                <a:lnTo>
                  <a:pt x="1322" y="10"/>
                </a:lnTo>
                <a:lnTo>
                  <a:pt x="1300" y="5"/>
                </a:lnTo>
                <a:lnTo>
                  <a:pt x="1277" y="1"/>
                </a:lnTo>
                <a:lnTo>
                  <a:pt x="1254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7"/>
                </a:lnTo>
                <a:lnTo>
                  <a:pt x="53" y="84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2"/>
                </a:lnTo>
                <a:lnTo>
                  <a:pt x="5" y="184"/>
                </a:lnTo>
                <a:lnTo>
                  <a:pt x="1" y="206"/>
                </a:lnTo>
                <a:lnTo>
                  <a:pt x="0" y="230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40"/>
                </a:lnTo>
                <a:lnTo>
                  <a:pt x="39" y="359"/>
                </a:lnTo>
                <a:lnTo>
                  <a:pt x="53" y="376"/>
                </a:lnTo>
                <a:lnTo>
                  <a:pt x="67" y="393"/>
                </a:lnTo>
                <a:lnTo>
                  <a:pt x="84" y="407"/>
                </a:lnTo>
                <a:lnTo>
                  <a:pt x="101" y="421"/>
                </a:lnTo>
                <a:lnTo>
                  <a:pt x="120" y="432"/>
                </a:lnTo>
                <a:lnTo>
                  <a:pt x="140" y="442"/>
                </a:lnTo>
                <a:lnTo>
                  <a:pt x="162" y="450"/>
                </a:lnTo>
                <a:lnTo>
                  <a:pt x="184" y="455"/>
                </a:lnTo>
                <a:lnTo>
                  <a:pt x="206" y="459"/>
                </a:lnTo>
                <a:lnTo>
                  <a:pt x="230" y="460"/>
                </a:lnTo>
                <a:close/>
              </a:path>
            </a:pathLst>
          </a:cu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2247840" y="2172600"/>
            <a:ext cx="645480" cy="1228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94" h="3414">
                <a:moveTo>
                  <a:pt x="651" y="3414"/>
                </a:moveTo>
                <a:lnTo>
                  <a:pt x="665" y="2552"/>
                </a:lnTo>
                <a:lnTo>
                  <a:pt x="673" y="2098"/>
                </a:lnTo>
                <a:lnTo>
                  <a:pt x="683" y="1805"/>
                </a:lnTo>
                <a:lnTo>
                  <a:pt x="689" y="1752"/>
                </a:lnTo>
                <a:lnTo>
                  <a:pt x="702" y="1703"/>
                </a:lnTo>
                <a:lnTo>
                  <a:pt x="720" y="1656"/>
                </a:lnTo>
                <a:lnTo>
                  <a:pt x="744" y="1612"/>
                </a:lnTo>
                <a:lnTo>
                  <a:pt x="772" y="1569"/>
                </a:lnTo>
                <a:lnTo>
                  <a:pt x="805" y="1529"/>
                </a:lnTo>
                <a:lnTo>
                  <a:pt x="882" y="1454"/>
                </a:lnTo>
                <a:lnTo>
                  <a:pt x="971" y="1385"/>
                </a:lnTo>
                <a:lnTo>
                  <a:pt x="1070" y="1320"/>
                </a:lnTo>
                <a:lnTo>
                  <a:pt x="1280" y="1194"/>
                </a:lnTo>
                <a:lnTo>
                  <a:pt x="1485" y="1065"/>
                </a:lnTo>
                <a:lnTo>
                  <a:pt x="1576" y="995"/>
                </a:lnTo>
                <a:lnTo>
                  <a:pt x="1656" y="918"/>
                </a:lnTo>
                <a:lnTo>
                  <a:pt x="1691" y="877"/>
                </a:lnTo>
                <a:lnTo>
                  <a:pt x="1721" y="834"/>
                </a:lnTo>
                <a:lnTo>
                  <a:pt x="1747" y="789"/>
                </a:lnTo>
                <a:lnTo>
                  <a:pt x="1767" y="741"/>
                </a:lnTo>
                <a:lnTo>
                  <a:pt x="1782" y="690"/>
                </a:lnTo>
                <a:lnTo>
                  <a:pt x="1791" y="637"/>
                </a:lnTo>
                <a:lnTo>
                  <a:pt x="1794" y="580"/>
                </a:lnTo>
                <a:lnTo>
                  <a:pt x="1790" y="520"/>
                </a:lnTo>
                <a:lnTo>
                  <a:pt x="1781" y="472"/>
                </a:lnTo>
                <a:lnTo>
                  <a:pt x="1766" y="430"/>
                </a:lnTo>
                <a:lnTo>
                  <a:pt x="1746" y="393"/>
                </a:lnTo>
                <a:lnTo>
                  <a:pt x="1721" y="362"/>
                </a:lnTo>
                <a:lnTo>
                  <a:pt x="1692" y="336"/>
                </a:lnTo>
                <a:lnTo>
                  <a:pt x="1659" y="314"/>
                </a:lnTo>
                <a:lnTo>
                  <a:pt x="1623" y="298"/>
                </a:lnTo>
                <a:lnTo>
                  <a:pt x="1583" y="286"/>
                </a:lnTo>
                <a:lnTo>
                  <a:pt x="1542" y="278"/>
                </a:lnTo>
                <a:lnTo>
                  <a:pt x="1498" y="274"/>
                </a:lnTo>
                <a:lnTo>
                  <a:pt x="1405" y="277"/>
                </a:lnTo>
                <a:lnTo>
                  <a:pt x="1309" y="294"/>
                </a:lnTo>
                <a:lnTo>
                  <a:pt x="1214" y="322"/>
                </a:lnTo>
                <a:lnTo>
                  <a:pt x="1122" y="360"/>
                </a:lnTo>
                <a:lnTo>
                  <a:pt x="1037" y="406"/>
                </a:lnTo>
                <a:lnTo>
                  <a:pt x="963" y="458"/>
                </a:lnTo>
                <a:lnTo>
                  <a:pt x="932" y="486"/>
                </a:lnTo>
                <a:lnTo>
                  <a:pt x="904" y="515"/>
                </a:lnTo>
                <a:lnTo>
                  <a:pt x="880" y="545"/>
                </a:lnTo>
                <a:lnTo>
                  <a:pt x="862" y="574"/>
                </a:lnTo>
                <a:lnTo>
                  <a:pt x="849" y="604"/>
                </a:lnTo>
                <a:lnTo>
                  <a:pt x="841" y="634"/>
                </a:lnTo>
                <a:lnTo>
                  <a:pt x="840" y="664"/>
                </a:lnTo>
                <a:lnTo>
                  <a:pt x="846" y="694"/>
                </a:lnTo>
                <a:lnTo>
                  <a:pt x="858" y="722"/>
                </a:lnTo>
                <a:lnTo>
                  <a:pt x="878" y="750"/>
                </a:lnTo>
                <a:lnTo>
                  <a:pt x="896" y="768"/>
                </a:lnTo>
                <a:lnTo>
                  <a:pt x="914" y="783"/>
                </a:lnTo>
                <a:lnTo>
                  <a:pt x="932" y="793"/>
                </a:lnTo>
                <a:lnTo>
                  <a:pt x="949" y="799"/>
                </a:lnTo>
                <a:lnTo>
                  <a:pt x="966" y="802"/>
                </a:lnTo>
                <a:lnTo>
                  <a:pt x="983" y="801"/>
                </a:lnTo>
                <a:lnTo>
                  <a:pt x="999" y="796"/>
                </a:lnTo>
                <a:lnTo>
                  <a:pt x="1015" y="789"/>
                </a:lnTo>
                <a:lnTo>
                  <a:pt x="1030" y="779"/>
                </a:lnTo>
                <a:lnTo>
                  <a:pt x="1044" y="766"/>
                </a:lnTo>
                <a:lnTo>
                  <a:pt x="1057" y="750"/>
                </a:lnTo>
                <a:lnTo>
                  <a:pt x="1069" y="732"/>
                </a:lnTo>
                <a:lnTo>
                  <a:pt x="1091" y="691"/>
                </a:lnTo>
                <a:lnTo>
                  <a:pt x="1107" y="642"/>
                </a:lnTo>
                <a:lnTo>
                  <a:pt x="1118" y="588"/>
                </a:lnTo>
                <a:lnTo>
                  <a:pt x="1124" y="530"/>
                </a:lnTo>
                <a:lnTo>
                  <a:pt x="1122" y="471"/>
                </a:lnTo>
                <a:lnTo>
                  <a:pt x="1113" y="411"/>
                </a:lnTo>
                <a:lnTo>
                  <a:pt x="1095" y="352"/>
                </a:lnTo>
                <a:lnTo>
                  <a:pt x="1069" y="296"/>
                </a:lnTo>
                <a:lnTo>
                  <a:pt x="1053" y="269"/>
                </a:lnTo>
                <a:lnTo>
                  <a:pt x="1034" y="244"/>
                </a:lnTo>
                <a:lnTo>
                  <a:pt x="1012" y="220"/>
                </a:lnTo>
                <a:lnTo>
                  <a:pt x="988" y="198"/>
                </a:lnTo>
                <a:lnTo>
                  <a:pt x="955" y="174"/>
                </a:lnTo>
                <a:lnTo>
                  <a:pt x="913" y="147"/>
                </a:lnTo>
                <a:lnTo>
                  <a:pt x="862" y="119"/>
                </a:lnTo>
                <a:lnTo>
                  <a:pt x="803" y="90"/>
                </a:lnTo>
                <a:lnTo>
                  <a:pt x="739" y="64"/>
                </a:lnTo>
                <a:lnTo>
                  <a:pt x="669" y="40"/>
                </a:lnTo>
                <a:lnTo>
                  <a:pt x="597" y="20"/>
                </a:lnTo>
                <a:lnTo>
                  <a:pt x="523" y="6"/>
                </a:lnTo>
                <a:lnTo>
                  <a:pt x="448" y="0"/>
                </a:lnTo>
                <a:lnTo>
                  <a:pt x="373" y="2"/>
                </a:lnTo>
                <a:lnTo>
                  <a:pt x="301" y="15"/>
                </a:lnTo>
                <a:lnTo>
                  <a:pt x="266" y="25"/>
                </a:lnTo>
                <a:lnTo>
                  <a:pt x="232" y="39"/>
                </a:lnTo>
                <a:lnTo>
                  <a:pt x="200" y="56"/>
                </a:lnTo>
                <a:lnTo>
                  <a:pt x="168" y="76"/>
                </a:lnTo>
                <a:lnTo>
                  <a:pt x="139" y="100"/>
                </a:lnTo>
                <a:lnTo>
                  <a:pt x="111" y="127"/>
                </a:lnTo>
                <a:lnTo>
                  <a:pt x="84" y="159"/>
                </a:lnTo>
                <a:lnTo>
                  <a:pt x="60" y="195"/>
                </a:lnTo>
                <a:lnTo>
                  <a:pt x="38" y="235"/>
                </a:lnTo>
                <a:lnTo>
                  <a:pt x="19" y="280"/>
                </a:lnTo>
                <a:lnTo>
                  <a:pt x="6" y="325"/>
                </a:lnTo>
                <a:lnTo>
                  <a:pt x="0" y="371"/>
                </a:lnTo>
                <a:lnTo>
                  <a:pt x="2" y="417"/>
                </a:lnTo>
                <a:lnTo>
                  <a:pt x="11" y="463"/>
                </a:lnTo>
                <a:lnTo>
                  <a:pt x="26" y="510"/>
                </a:lnTo>
                <a:lnTo>
                  <a:pt x="47" y="556"/>
                </a:lnTo>
                <a:lnTo>
                  <a:pt x="106" y="651"/>
                </a:lnTo>
                <a:lnTo>
                  <a:pt x="182" y="745"/>
                </a:lnTo>
                <a:lnTo>
                  <a:pt x="273" y="841"/>
                </a:lnTo>
                <a:lnTo>
                  <a:pt x="482" y="1031"/>
                </a:lnTo>
                <a:lnTo>
                  <a:pt x="700" y="1219"/>
                </a:lnTo>
                <a:lnTo>
                  <a:pt x="898" y="1402"/>
                </a:lnTo>
                <a:lnTo>
                  <a:pt x="979" y="1492"/>
                </a:lnTo>
                <a:lnTo>
                  <a:pt x="1044" y="1580"/>
                </a:lnTo>
                <a:lnTo>
                  <a:pt x="1069" y="1623"/>
                </a:lnTo>
                <a:lnTo>
                  <a:pt x="1088" y="1665"/>
                </a:lnTo>
                <a:lnTo>
                  <a:pt x="1101" y="1707"/>
                </a:lnTo>
                <a:lnTo>
                  <a:pt x="1107" y="1748"/>
                </a:lnTo>
                <a:lnTo>
                  <a:pt x="1111" y="1906"/>
                </a:lnTo>
                <a:lnTo>
                  <a:pt x="1111" y="2136"/>
                </a:lnTo>
                <a:lnTo>
                  <a:pt x="1101" y="2694"/>
                </a:lnTo>
                <a:lnTo>
                  <a:pt x="1080" y="3414"/>
                </a:lnTo>
                <a:close/>
              </a:path>
            </a:pathLst>
          </a:cu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>
            <a:off x="2567160" y="1080360"/>
            <a:ext cx="0" cy="24192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3402000" y="1430280"/>
            <a:ext cx="171000" cy="17136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3596040" y="2366280"/>
            <a:ext cx="241920" cy="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1561320" y="1430280"/>
            <a:ext cx="170999" cy="17136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1296360" y="2366280"/>
            <a:ext cx="241920" cy="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 flipH="1">
            <a:off x="3079080" y="3203640"/>
            <a:ext cx="114480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Straight Connector 26"/>
          <p:cNvSpPr/>
          <p:nvPr/>
        </p:nvSpPr>
        <p:spPr>
          <a:xfrm>
            <a:off x="3079080" y="3203640"/>
            <a:ext cx="114480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 flipH="1">
            <a:off x="1981800" y="1584000"/>
            <a:ext cx="114479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1981800" y="1584000"/>
            <a:ext cx="114479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1798200" y="3458879"/>
            <a:ext cx="167040" cy="186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518">
                <a:moveTo>
                  <a:pt x="0" y="518"/>
                </a:moveTo>
                <a:lnTo>
                  <a:pt x="465" y="353"/>
                </a:lnTo>
                <a:lnTo>
                  <a:pt x="93" y="0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3641760" y="2671560"/>
            <a:ext cx="168840" cy="183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0" h="510">
                <a:moveTo>
                  <a:pt x="0" y="238"/>
                </a:moveTo>
                <a:lnTo>
                  <a:pt x="412" y="510"/>
                </a:lnTo>
                <a:lnTo>
                  <a:pt x="470" y="0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1088640" y="1644840"/>
            <a:ext cx="187560" cy="16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2" h="460">
                <a:moveTo>
                  <a:pt x="0" y="66"/>
                </a:moveTo>
                <a:lnTo>
                  <a:pt x="297" y="460"/>
                </a:lnTo>
                <a:lnTo>
                  <a:pt x="522" y="0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3659760" y="1647360"/>
            <a:ext cx="195120" cy="195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3" h="544">
                <a:moveTo>
                  <a:pt x="543" y="272"/>
                </a:moveTo>
                <a:lnTo>
                  <a:pt x="542" y="290"/>
                </a:lnTo>
                <a:lnTo>
                  <a:pt x="541" y="308"/>
                </a:lnTo>
                <a:lnTo>
                  <a:pt x="538" y="326"/>
                </a:lnTo>
                <a:lnTo>
                  <a:pt x="534" y="342"/>
                </a:lnTo>
                <a:lnTo>
                  <a:pt x="529" y="359"/>
                </a:lnTo>
                <a:lnTo>
                  <a:pt x="523" y="375"/>
                </a:lnTo>
                <a:lnTo>
                  <a:pt x="516" y="392"/>
                </a:lnTo>
                <a:lnTo>
                  <a:pt x="507" y="408"/>
                </a:lnTo>
                <a:lnTo>
                  <a:pt x="497" y="424"/>
                </a:lnTo>
                <a:lnTo>
                  <a:pt x="487" y="438"/>
                </a:lnTo>
                <a:lnTo>
                  <a:pt x="476" y="452"/>
                </a:lnTo>
                <a:lnTo>
                  <a:pt x="464" y="465"/>
                </a:lnTo>
                <a:lnTo>
                  <a:pt x="451" y="477"/>
                </a:lnTo>
                <a:lnTo>
                  <a:pt x="437" y="488"/>
                </a:lnTo>
                <a:lnTo>
                  <a:pt x="423" y="498"/>
                </a:lnTo>
                <a:lnTo>
                  <a:pt x="407" y="508"/>
                </a:lnTo>
                <a:lnTo>
                  <a:pt x="391" y="517"/>
                </a:lnTo>
                <a:lnTo>
                  <a:pt x="375" y="524"/>
                </a:lnTo>
                <a:lnTo>
                  <a:pt x="358" y="530"/>
                </a:lnTo>
                <a:lnTo>
                  <a:pt x="342" y="535"/>
                </a:lnTo>
                <a:lnTo>
                  <a:pt x="325" y="539"/>
                </a:lnTo>
                <a:lnTo>
                  <a:pt x="308" y="542"/>
                </a:lnTo>
                <a:lnTo>
                  <a:pt x="290" y="543"/>
                </a:lnTo>
                <a:lnTo>
                  <a:pt x="272" y="544"/>
                </a:lnTo>
                <a:lnTo>
                  <a:pt x="254" y="543"/>
                </a:lnTo>
                <a:lnTo>
                  <a:pt x="236" y="542"/>
                </a:lnTo>
                <a:lnTo>
                  <a:pt x="218" y="539"/>
                </a:lnTo>
                <a:lnTo>
                  <a:pt x="202" y="535"/>
                </a:lnTo>
                <a:lnTo>
                  <a:pt x="185" y="530"/>
                </a:lnTo>
                <a:lnTo>
                  <a:pt x="169" y="524"/>
                </a:lnTo>
                <a:lnTo>
                  <a:pt x="152" y="517"/>
                </a:lnTo>
                <a:lnTo>
                  <a:pt x="136" y="508"/>
                </a:lnTo>
                <a:lnTo>
                  <a:pt x="120" y="498"/>
                </a:lnTo>
                <a:lnTo>
                  <a:pt x="106" y="488"/>
                </a:lnTo>
                <a:lnTo>
                  <a:pt x="92" y="477"/>
                </a:lnTo>
                <a:lnTo>
                  <a:pt x="79" y="465"/>
                </a:lnTo>
                <a:lnTo>
                  <a:pt x="67" y="452"/>
                </a:lnTo>
                <a:lnTo>
                  <a:pt x="56" y="438"/>
                </a:lnTo>
                <a:lnTo>
                  <a:pt x="46" y="424"/>
                </a:lnTo>
                <a:lnTo>
                  <a:pt x="36" y="408"/>
                </a:lnTo>
                <a:lnTo>
                  <a:pt x="27" y="392"/>
                </a:lnTo>
                <a:lnTo>
                  <a:pt x="20" y="375"/>
                </a:lnTo>
                <a:lnTo>
                  <a:pt x="14" y="359"/>
                </a:lnTo>
                <a:lnTo>
                  <a:pt x="9" y="342"/>
                </a:lnTo>
                <a:lnTo>
                  <a:pt x="5" y="326"/>
                </a:lnTo>
                <a:lnTo>
                  <a:pt x="2" y="308"/>
                </a:lnTo>
                <a:lnTo>
                  <a:pt x="1" y="290"/>
                </a:lnTo>
                <a:lnTo>
                  <a:pt x="0" y="272"/>
                </a:lnTo>
                <a:lnTo>
                  <a:pt x="1" y="254"/>
                </a:lnTo>
                <a:lnTo>
                  <a:pt x="2" y="236"/>
                </a:lnTo>
                <a:lnTo>
                  <a:pt x="5" y="218"/>
                </a:lnTo>
                <a:lnTo>
                  <a:pt x="9" y="202"/>
                </a:lnTo>
                <a:lnTo>
                  <a:pt x="14" y="185"/>
                </a:lnTo>
                <a:lnTo>
                  <a:pt x="20" y="169"/>
                </a:lnTo>
                <a:lnTo>
                  <a:pt x="27" y="152"/>
                </a:lnTo>
                <a:lnTo>
                  <a:pt x="36" y="136"/>
                </a:lnTo>
                <a:lnTo>
                  <a:pt x="46" y="120"/>
                </a:lnTo>
                <a:lnTo>
                  <a:pt x="56" y="106"/>
                </a:lnTo>
                <a:lnTo>
                  <a:pt x="67" y="92"/>
                </a:lnTo>
                <a:lnTo>
                  <a:pt x="79" y="80"/>
                </a:lnTo>
                <a:lnTo>
                  <a:pt x="92" y="68"/>
                </a:lnTo>
                <a:lnTo>
                  <a:pt x="106" y="57"/>
                </a:lnTo>
                <a:lnTo>
                  <a:pt x="120" y="47"/>
                </a:lnTo>
                <a:lnTo>
                  <a:pt x="136" y="37"/>
                </a:lnTo>
                <a:lnTo>
                  <a:pt x="152" y="28"/>
                </a:lnTo>
                <a:lnTo>
                  <a:pt x="169" y="21"/>
                </a:lnTo>
                <a:lnTo>
                  <a:pt x="185" y="14"/>
                </a:lnTo>
                <a:lnTo>
                  <a:pt x="202" y="9"/>
                </a:lnTo>
                <a:lnTo>
                  <a:pt x="218" y="5"/>
                </a:lnTo>
                <a:lnTo>
                  <a:pt x="236" y="2"/>
                </a:lnTo>
                <a:lnTo>
                  <a:pt x="254" y="1"/>
                </a:lnTo>
                <a:lnTo>
                  <a:pt x="272" y="0"/>
                </a:lnTo>
                <a:lnTo>
                  <a:pt x="290" y="1"/>
                </a:lnTo>
                <a:lnTo>
                  <a:pt x="308" y="2"/>
                </a:lnTo>
                <a:lnTo>
                  <a:pt x="325" y="5"/>
                </a:lnTo>
                <a:lnTo>
                  <a:pt x="342" y="9"/>
                </a:lnTo>
                <a:lnTo>
                  <a:pt x="358" y="14"/>
                </a:lnTo>
                <a:lnTo>
                  <a:pt x="375" y="21"/>
                </a:lnTo>
                <a:lnTo>
                  <a:pt x="391" y="28"/>
                </a:lnTo>
                <a:lnTo>
                  <a:pt x="407" y="37"/>
                </a:lnTo>
                <a:lnTo>
                  <a:pt x="423" y="47"/>
                </a:lnTo>
                <a:lnTo>
                  <a:pt x="437" y="57"/>
                </a:lnTo>
                <a:lnTo>
                  <a:pt x="451" y="68"/>
                </a:lnTo>
                <a:lnTo>
                  <a:pt x="464" y="80"/>
                </a:lnTo>
                <a:lnTo>
                  <a:pt x="476" y="92"/>
                </a:lnTo>
                <a:lnTo>
                  <a:pt x="487" y="106"/>
                </a:lnTo>
                <a:lnTo>
                  <a:pt x="497" y="120"/>
                </a:lnTo>
                <a:lnTo>
                  <a:pt x="507" y="136"/>
                </a:lnTo>
                <a:lnTo>
                  <a:pt x="516" y="152"/>
                </a:lnTo>
                <a:lnTo>
                  <a:pt x="523" y="169"/>
                </a:lnTo>
                <a:lnTo>
                  <a:pt x="529" y="185"/>
                </a:lnTo>
                <a:lnTo>
                  <a:pt x="534" y="202"/>
                </a:lnTo>
                <a:lnTo>
                  <a:pt x="538" y="218"/>
                </a:lnTo>
                <a:lnTo>
                  <a:pt x="541" y="236"/>
                </a:lnTo>
                <a:lnTo>
                  <a:pt x="542" y="254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V="1">
            <a:off x="8079479" y="1475999"/>
            <a:ext cx="99361" cy="14724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V="1">
            <a:off x="7599600" y="955799"/>
            <a:ext cx="176400" cy="3276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Straight Connector 35"/>
          <p:cNvSpPr/>
          <p:nvPr/>
        </p:nvSpPr>
        <p:spPr>
          <a:xfrm>
            <a:off x="7820640" y="307080"/>
            <a:ext cx="150120" cy="10116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 flipH="1" flipV="1">
            <a:off x="8811720" y="1655280"/>
            <a:ext cx="35640" cy="17568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Straight Connector 37"/>
          <p:cNvSpPr/>
          <p:nvPr/>
        </p:nvSpPr>
        <p:spPr>
          <a:xfrm flipH="1" flipV="1">
            <a:off x="9246960" y="1270080"/>
            <a:ext cx="150120" cy="101519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1951200" y="438948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4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Straight Connector 39"/>
          <p:cNvSpPr/>
          <p:nvPr/>
        </p:nvSpPr>
        <p:spPr>
          <a:xfrm flipH="1">
            <a:off x="5312880" y="867959"/>
            <a:ext cx="164159" cy="164161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Straight Connector 40"/>
          <p:cNvSpPr/>
          <p:nvPr/>
        </p:nvSpPr>
        <p:spPr>
          <a:xfrm>
            <a:off x="5312880" y="867959"/>
            <a:ext cx="164159" cy="164161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7007399" y="2572920"/>
            <a:ext cx="190080" cy="19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2" y="452"/>
                </a:lnTo>
                <a:lnTo>
                  <a:pt x="440" y="464"/>
                </a:lnTo>
                <a:lnTo>
                  <a:pt x="426" y="475"/>
                </a:lnTo>
                <a:lnTo>
                  <a:pt x="412" y="485"/>
                </a:lnTo>
                <a:lnTo>
                  <a:pt x="397" y="494"/>
                </a:lnTo>
                <a:lnTo>
                  <a:pt x="381" y="502"/>
                </a:lnTo>
                <a:lnTo>
                  <a:pt x="365" y="510"/>
                </a:lnTo>
                <a:lnTo>
                  <a:pt x="350" y="516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6"/>
                </a:lnTo>
                <a:lnTo>
                  <a:pt x="164" y="510"/>
                </a:lnTo>
                <a:lnTo>
                  <a:pt x="148" y="502"/>
                </a:lnTo>
                <a:lnTo>
                  <a:pt x="132" y="494"/>
                </a:lnTo>
                <a:lnTo>
                  <a:pt x="117" y="485"/>
                </a:lnTo>
                <a:lnTo>
                  <a:pt x="103" y="475"/>
                </a:lnTo>
                <a:lnTo>
                  <a:pt x="89" y="464"/>
                </a:lnTo>
                <a:lnTo>
                  <a:pt x="77" y="452"/>
                </a:lnTo>
                <a:lnTo>
                  <a:pt x="65" y="440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5"/>
                </a:lnTo>
                <a:lnTo>
                  <a:pt x="103" y="55"/>
                </a:lnTo>
                <a:lnTo>
                  <a:pt x="117" y="44"/>
                </a:lnTo>
                <a:lnTo>
                  <a:pt x="132" y="35"/>
                </a:lnTo>
                <a:lnTo>
                  <a:pt x="148" y="26"/>
                </a:lnTo>
                <a:lnTo>
                  <a:pt x="164" y="19"/>
                </a:lnTo>
                <a:lnTo>
                  <a:pt x="180" y="13"/>
                </a:lnTo>
                <a:lnTo>
                  <a:pt x="196" y="8"/>
                </a:lnTo>
                <a:lnTo>
                  <a:pt x="212" y="5"/>
                </a:lnTo>
                <a:lnTo>
                  <a:pt x="229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3" y="8"/>
                </a:lnTo>
                <a:lnTo>
                  <a:pt x="349" y="13"/>
                </a:lnTo>
                <a:lnTo>
                  <a:pt x="365" y="19"/>
                </a:lnTo>
                <a:lnTo>
                  <a:pt x="381" y="26"/>
                </a:lnTo>
                <a:lnTo>
                  <a:pt x="397" y="35"/>
                </a:lnTo>
                <a:lnTo>
                  <a:pt x="412" y="44"/>
                </a:lnTo>
                <a:lnTo>
                  <a:pt x="426" y="55"/>
                </a:lnTo>
                <a:lnTo>
                  <a:pt x="440" y="65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2"/>
                </a:lnTo>
                <a:lnTo>
                  <a:pt x="527" y="229"/>
                </a:lnTo>
                <a:lnTo>
                  <a:pt x="528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971960" y="2466720"/>
            <a:ext cx="3885120" cy="902520"/>
          </a:xfrm>
        </p:spPr>
        <p:txBody>
          <a:bodyPr vert="horz"/>
          <a:lstStyle/>
          <a:p>
            <a:pPr lvl="0" algn="l"/>
            <a:r>
              <a:rPr lang="en-US" sz="2600">
                <a:solidFill>
                  <a:srgbClr val="000000"/>
                </a:solidFill>
                <a:latin typeface="Noto Sans" pitchFamily="34"/>
              </a:rPr>
              <a:t>Introducao a Javascript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0" y="9144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Javascript e’ uma linguagem de programacao virada para web. Ele e’ misturado com HTML;</a:t>
            </a:r>
          </a:p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Javascript e’ uma linguagem de scripting, o que significa que e’ interpretado e nao compilado, e pode ser escrito em pequenos blocos de codigo separados que podem ser interpretados de forma independente</a:t>
            </a:r>
          </a:p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Javascript corre do lado do cliente, ou seja, e’ interpretado pelo navegador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198680" y="2103840"/>
            <a:ext cx="4389120" cy="692279"/>
          </a:xfrm>
        </p:spPr>
        <p:txBody>
          <a:bodyPr vert="horz"/>
          <a:lstStyle/>
          <a:p>
            <a:pPr lvl="0" algn="l"/>
            <a:r>
              <a:rPr lang="en-US" sz="4000"/>
              <a:t>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796120"/>
            <a:ext cx="4023360" cy="1659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SzPct val="45000"/>
              <a:buFont typeface="OpenSymbol"/>
              <a:buChar char="✔"/>
              <a:tabLst/>
            </a:pPr>
            <a:r>
              <a:rPr lang="en-US" sz="1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Javascript pode mudar o conteudo de elementos HTML</a:t>
            </a:r>
          </a:p>
          <a:p>
            <a:pPr marL="0" marR="0" lvl="0" indent="0" algn="l" rtl="0" hangingPunct="0">
              <a:buSzPct val="45000"/>
              <a:buFont typeface="OpenSymbol"/>
              <a:buChar char="✔"/>
              <a:tabLst/>
            </a:pPr>
            <a:r>
              <a:rPr lang="en-US" sz="1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Js pode alterar os atributos de elementos HTML</a:t>
            </a:r>
          </a:p>
          <a:p>
            <a:pPr marL="0" marR="0" lvl="0" indent="0" algn="l" rtl="0" hangingPunct="0">
              <a:buSzPct val="45000"/>
              <a:buFont typeface="OpenSymbol"/>
              <a:buChar char="✔"/>
              <a:tabLst/>
            </a:pPr>
            <a:r>
              <a:rPr lang="en-US" sz="1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JS pode alterar propriedades CSS</a:t>
            </a:r>
          </a:p>
          <a:p>
            <a:pPr marL="0" marR="0" lvl="0" indent="0" algn="l" rtl="0" hangingPunct="0">
              <a:buSzPct val="45000"/>
              <a:buFont typeface="OpenSymbol"/>
              <a:buChar char="✔"/>
              <a:tabLst/>
            </a:pPr>
            <a:r>
              <a:rPr lang="en-US" sz="1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JS pode criar e apagar elementos HTML</a:t>
            </a:r>
          </a:p>
          <a:p>
            <a:pPr marL="0" marR="0" lvl="0" indent="0" algn="l" rtl="0" hangingPunct="0">
              <a:buSzPct val="45000"/>
              <a:buFont typeface="OpenSymbol"/>
              <a:buChar char="✔"/>
              <a:tabLst/>
            </a:pPr>
            <a:r>
              <a:rPr lang="en-US" sz="1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Javascript funciona basicamente na base de eventos, ou seja, ele modifica a pagina web durante a execucao, quando algum evento ocorre na pagina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412720" y="640080"/>
            <a:ext cx="2884320" cy="311400"/>
          </a:xfrm>
        </p:spPr>
        <p:txBody>
          <a:bodyPr vert="horz"/>
          <a:lstStyle/>
          <a:p>
            <a:pPr lvl="0" algn="l"/>
            <a:r>
              <a:rPr lang="en-US" sz="1800"/>
              <a:t>Sintaxe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12720" y="882359"/>
            <a:ext cx="2975760" cy="1143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Todas declaracoes terminam com ponto e virgula;</a:t>
            </a:r>
          </a:p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JS e’ case sensitive;</a:t>
            </a:r>
          </a:p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Os comentarios sao feitos usando // ou /* */</a:t>
            </a:r>
          </a:p>
          <a:p>
            <a:pPr marL="0" marR="0" lvl="0" indent="0" algn="l" rtl="0" hangingPunct="0">
              <a:buNone/>
              <a:tabLst/>
            </a:pPr>
            <a:endParaRPr lang="en-US" sz="11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Noto Sans" pitchFamily="34"/>
              <a:ea typeface="DejaVu Sans" pitchFamily="2"/>
              <a:cs typeface="FreeSans" pitchFamily="2"/>
            </a:endParaRPr>
          </a:p>
        </p:txBody>
      </p:sp>
      <p:sp>
        <p:nvSpPr>
          <p:cNvPr id="4" name="Title 3"/>
          <p:cNvSpPr txBox="1">
            <a:spLocks noGrp="1"/>
          </p:cNvSpPr>
          <p:nvPr>
            <p:ph type="title" idx="4294967295"/>
          </p:nvPr>
        </p:nvSpPr>
        <p:spPr>
          <a:xfrm>
            <a:off x="2402280" y="2286000"/>
            <a:ext cx="2884320" cy="311400"/>
          </a:xfrm>
        </p:spPr>
        <p:txBody>
          <a:bodyPr vert="horz"/>
          <a:lstStyle/>
          <a:p>
            <a:pPr lvl="0" algn="l"/>
            <a:r>
              <a:rPr lang="en-US" sz="1800"/>
              <a:t>Integracao com HTML</a:t>
            </a:r>
          </a:p>
        </p:txBody>
      </p:sp>
      <p:sp>
        <p:nvSpPr>
          <p:cNvPr id="5" name="Title 4"/>
          <p:cNvSpPr txBox="1">
            <a:spLocks noGrp="1"/>
          </p:cNvSpPr>
          <p:nvPr>
            <p:ph type="title" idx="4294967295"/>
          </p:nvPr>
        </p:nvSpPr>
        <p:spPr>
          <a:xfrm>
            <a:off x="6716880" y="1828800"/>
            <a:ext cx="2884320" cy="311400"/>
          </a:xfrm>
        </p:spPr>
        <p:txBody>
          <a:bodyPr vert="horz"/>
          <a:lstStyle/>
          <a:p>
            <a:pPr lvl="0" algn="l"/>
            <a:r>
              <a:rPr lang="en-US" sz="1800"/>
              <a:t>Saida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19" y="2133720"/>
            <a:ext cx="2926079" cy="15238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Metodo alert() - cria uma janela popup</a:t>
            </a:r>
          </a:p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Propriedade innerHTML – altera o conteudo de elementos HTML</a:t>
            </a:r>
          </a:p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Metodo document.write() - escreve um texto na pagina ( se for chamado depois de outros elementos faz eles sumirem)</a:t>
            </a:r>
          </a:p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Metodo console.log() - escreve um texto na consola do navegador</a:t>
            </a:r>
          </a:p>
        </p:txBody>
      </p:sp>
      <p:sp>
        <p:nvSpPr>
          <p:cNvPr id="7" name="Title 6"/>
          <p:cNvSpPr txBox="1">
            <a:spLocks noGrp="1"/>
          </p:cNvSpPr>
          <p:nvPr>
            <p:ph type="title" idx="4294967295"/>
          </p:nvPr>
        </p:nvSpPr>
        <p:spPr>
          <a:xfrm>
            <a:off x="6668640" y="3859920"/>
            <a:ext cx="2884320" cy="311400"/>
          </a:xfrm>
        </p:spPr>
        <p:txBody>
          <a:bodyPr vert="horz"/>
          <a:lstStyle/>
          <a:p>
            <a:pPr lvl="0" algn="l"/>
            <a:r>
              <a:rPr lang="en-US" sz="1800"/>
              <a:t>Entrada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8640" y="4210200"/>
            <a:ext cx="2926079" cy="1143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Caixa de confirmacao – confirm()</a:t>
            </a:r>
          </a:p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Caixa de recolha de texto – prompt()</a:t>
            </a:r>
          </a:p>
          <a:p>
            <a:pPr marL="0" marR="0" lvl="0" indent="0" algn="l" rtl="0" hangingPunct="0">
              <a:buSzPct val="45000"/>
              <a:buFont typeface="OpenSymbol"/>
              <a:buChar char="➔"/>
              <a:tabLst/>
            </a:pPr>
            <a:r>
              <a:rPr lang="en-US" sz="1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Formularios HTML</a:t>
            </a:r>
          </a:p>
        </p:txBody>
      </p:sp>
      <p:sp>
        <p:nvSpPr>
          <p:cNvPr id="9" name="Title 8"/>
          <p:cNvSpPr txBox="1">
            <a:spLocks noGrp="1"/>
          </p:cNvSpPr>
          <p:nvPr>
            <p:ph type="title" idx="4294967295"/>
          </p:nvPr>
        </p:nvSpPr>
        <p:spPr>
          <a:xfrm>
            <a:off x="2373480" y="2698920"/>
            <a:ext cx="2884320" cy="1644479"/>
          </a:xfrm>
        </p:spPr>
        <p:txBody>
          <a:bodyPr vert="horz"/>
          <a:lstStyle/>
          <a:p>
            <a:pPr lvl="0" algn="l">
              <a:buSzPct val="45000"/>
              <a:buFont typeface="OpenSymbol"/>
              <a:buChar char="➔"/>
            </a:pPr>
            <a:r>
              <a:rPr lang="en-US" sz="1100"/>
              <a:t>Usando atributos do s elementos, que representam eventos ou accoes do utilizador;</a:t>
            </a:r>
            <a:br>
              <a:rPr lang="en-US" sz="1100"/>
            </a:br>
            <a:r>
              <a:rPr lang="en-US" sz="1100"/>
              <a:t/>
            </a:r>
            <a:br>
              <a:rPr lang="en-US" sz="1100"/>
            </a:br>
            <a:r>
              <a:rPr lang="en-US" sz="1100"/>
              <a:t>Usando a tag &lt;script&gt;</a:t>
            </a:r>
            <a:br>
              <a:rPr lang="en-US" sz="1100"/>
            </a:br>
            <a:r>
              <a:rPr lang="en-US" sz="1100"/>
              <a:t/>
            </a:r>
            <a:br>
              <a:rPr lang="en-US" sz="1100"/>
            </a:br>
            <a:r>
              <a:rPr lang="en-US" sz="1100"/>
              <a:t>Usando um ficheiro externo</a:t>
            </a:r>
            <a:r>
              <a:rPr lang="en-US" sz="1800"/>
              <a:t/>
            </a:r>
            <a:br>
              <a:rPr lang="en-US" sz="1800"/>
            </a:b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Tipos de dados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>
              <a:buSzPct val="45000"/>
              <a:buFont typeface="OpenSymbol"/>
              <a:buChar char="➔"/>
            </a:pPr>
            <a:r>
              <a:rPr lang="en-US"/>
              <a:t>String</a:t>
            </a:r>
          </a:p>
          <a:p>
            <a:pPr lvl="0">
              <a:buSzPct val="45000"/>
              <a:buFont typeface="OpenSymbol"/>
              <a:buChar char="➔"/>
            </a:pPr>
            <a:r>
              <a:rPr lang="en-US"/>
              <a:t>Number</a:t>
            </a:r>
          </a:p>
          <a:p>
            <a:pPr lvl="0">
              <a:buSzPct val="45000"/>
              <a:buFont typeface="OpenSymbol"/>
              <a:buChar char="➔"/>
            </a:pPr>
            <a:r>
              <a:rPr lang="en-US"/>
              <a:t>bigInt</a:t>
            </a:r>
          </a:p>
          <a:p>
            <a:pPr lvl="0">
              <a:buSzPct val="45000"/>
              <a:buFont typeface="OpenSymbol"/>
              <a:buChar char="➔"/>
            </a:pPr>
            <a:r>
              <a:rPr lang="en-US"/>
              <a:t>Boolean</a:t>
            </a:r>
          </a:p>
          <a:p>
            <a:pPr lvl="0">
              <a:buSzPct val="45000"/>
              <a:buFont typeface="OpenSymbol"/>
              <a:buChar char="➔"/>
            </a:pPr>
            <a:r>
              <a:rPr lang="en-US"/>
              <a:t>Undefined</a:t>
            </a:r>
          </a:p>
          <a:p>
            <a:pPr lvl="0">
              <a:buSzPct val="45000"/>
              <a:buFont typeface="OpenSymbol"/>
              <a:buChar char="➔"/>
            </a:pPr>
            <a:r>
              <a:rPr lang="en-US"/>
              <a:t>Null</a:t>
            </a:r>
          </a:p>
          <a:p>
            <a:pPr lvl="0">
              <a:buSzPct val="45000"/>
              <a:buFont typeface="OpenSymbol"/>
              <a:buChar char="➔"/>
            </a:pPr>
            <a:r>
              <a:rPr lang="en-US"/>
              <a:t>Symbol</a:t>
            </a:r>
          </a:p>
          <a:p>
            <a:pPr lvl="0">
              <a:buSzPct val="45000"/>
              <a:buFont typeface="OpenSymbol"/>
              <a:buChar char="➔"/>
            </a:pPr>
            <a:r>
              <a:rPr lang="en-US"/>
              <a:t>Object</a:t>
            </a:r>
          </a:p>
          <a:p>
            <a:pPr lvl="0">
              <a:buSzPct val="45000"/>
              <a:buFont typeface="OpenSymbol"/>
              <a:buChar char="➔"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Yellow Ide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scrip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Articl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Articl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Infographic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Infographic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E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270</Words>
  <Application>Microsoft Office PowerPoint</Application>
  <PresentationFormat>Widescreen</PresentationFormat>
  <Paragraphs>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5</vt:i4>
      </vt:variant>
    </vt:vector>
  </HeadingPairs>
  <TitlesOfParts>
    <vt:vector size="23" baseType="lpstr">
      <vt:lpstr>Arial</vt:lpstr>
      <vt:lpstr>Calibri</vt:lpstr>
      <vt:lpstr>DejaVu Sans</vt:lpstr>
      <vt:lpstr>FreeSans</vt:lpstr>
      <vt:lpstr>Liberation Sans</vt:lpstr>
      <vt:lpstr>Liberation Serif</vt:lpstr>
      <vt:lpstr>Nimbus Sans</vt:lpstr>
      <vt:lpstr>Noto Sans</vt:lpstr>
      <vt:lpstr>OpenSymbol</vt:lpstr>
      <vt:lpstr>Yellow Idea</vt:lpstr>
      <vt:lpstr>Description</vt:lpstr>
      <vt:lpstr>Contens</vt:lpstr>
      <vt:lpstr>Title</vt:lpstr>
      <vt:lpstr>Article1</vt:lpstr>
      <vt:lpstr>Article2</vt:lpstr>
      <vt:lpstr>Infographic1</vt:lpstr>
      <vt:lpstr>Infographic3</vt:lpstr>
      <vt:lpstr>End</vt:lpstr>
      <vt:lpstr>Introducao a Javascript</vt:lpstr>
      <vt:lpstr>PowerPoint Presentation</vt:lpstr>
      <vt:lpstr>Funcionalidades</vt:lpstr>
      <vt:lpstr>Sintaxe</vt:lpstr>
      <vt:lpstr>Tipos de dados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Idea</dc:title>
  <cp:lastModifiedBy>word</cp:lastModifiedBy>
  <cp:revision>7</cp:revision>
  <dcterms:created xsi:type="dcterms:W3CDTF">2025-02-17T17:42:14Z</dcterms:created>
  <dcterms:modified xsi:type="dcterms:W3CDTF">2025-02-25T08:04:56Z</dcterms:modified>
</cp:coreProperties>
</file>